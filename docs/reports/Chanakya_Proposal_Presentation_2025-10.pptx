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Lst>
  <p:sldSz cy="5143500" cx="9144000"/>
  <p:notesSz cx="6858000" cy="9144000"/>
  <p:embeddedFontLst>
    <p:embeddedFont>
      <p:font typeface="Montserrat"/>
      <p:regular r:id="rId10"/>
      <p:bold r:id="rId11"/>
      <p:italic r:id="rId12"/>
      <p:boldItalic r:id="rId13"/>
    </p:embeddedFont>
    <p:embeddedFont>
      <p:font typeface="Montserrat Medium"/>
      <p:regular r:id="rId14"/>
      <p:bold r:id="rId15"/>
      <p:italic r:id="rId16"/>
      <p:boldItalic r:id="rId1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18" roundtripDataSignature="AMtx7mggHAYKSowAThrIuncXaFAF49cke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font" Target="fonts/Montserrat-bold.fntdata"/><Relationship Id="rId10" Type="http://schemas.openxmlformats.org/officeDocument/2006/relationships/font" Target="fonts/Montserrat-regular.fntdata"/><Relationship Id="rId13" Type="http://schemas.openxmlformats.org/officeDocument/2006/relationships/font" Target="fonts/Montserrat-boldItalic.fntdata"/><Relationship Id="rId12" Type="http://schemas.openxmlformats.org/officeDocument/2006/relationships/font" Target="fonts/Montserrat-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MontserratMedium-bold.fntdata"/><Relationship Id="rId14" Type="http://schemas.openxmlformats.org/officeDocument/2006/relationships/font" Target="fonts/MontserratMedium-regular.fntdata"/><Relationship Id="rId17" Type="http://schemas.openxmlformats.org/officeDocument/2006/relationships/font" Target="fonts/MontserratMedium-boldItalic.fntdata"/><Relationship Id="rId16" Type="http://schemas.openxmlformats.org/officeDocument/2006/relationships/font" Target="fonts/MontserratMedium-italic.fntdata"/><Relationship Id="rId5" Type="http://schemas.openxmlformats.org/officeDocument/2006/relationships/notesMaster" Target="notesMasters/notesMaster1.xml"/><Relationship Id="rId6" Type="http://schemas.openxmlformats.org/officeDocument/2006/relationships/slide" Target="slides/slide1.xml"/><Relationship Id="rId18" Type="http://customschemas.google.com/relationships/presentationmetadata" Target="meta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 name="Shape 37"/>
        <p:cNvGrpSpPr/>
        <p:nvPr/>
      </p:nvGrpSpPr>
      <p:grpSpPr>
        <a:xfrm>
          <a:off x="0" y="0"/>
          <a:ext cx="0" cy="0"/>
          <a:chOff x="0" y="0"/>
          <a:chExt cx="0" cy="0"/>
        </a:xfrm>
      </p:grpSpPr>
      <p:sp>
        <p:nvSpPr>
          <p:cNvPr id="38" name="Google Shape;38;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 name="Google Shape;39;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952e0c021d_0_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8" name="Google Shape;108;g3952e0c021d_0_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952e0c021d_0_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2" name="Google Shape;142;g3952e0c021d_0_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97c0f09d9e_1_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7" name="Google Shape;177;g397c0f09d9e_1_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 name="Shape 9"/>
        <p:cNvGrpSpPr/>
        <p:nvPr/>
      </p:nvGrpSpPr>
      <p:grpSpPr>
        <a:xfrm>
          <a:off x="0" y="0"/>
          <a:ext cx="0" cy="0"/>
          <a:chOff x="0" y="0"/>
          <a:chExt cx="0" cy="0"/>
        </a:xfrm>
      </p:grpSpPr>
      <p:sp>
        <p:nvSpPr>
          <p:cNvPr id="10" name="Google Shape;10;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1" name="Shape 11"/>
        <p:cNvGrpSpPr/>
        <p:nvPr/>
      </p:nvGrpSpPr>
      <p:grpSpPr>
        <a:xfrm>
          <a:off x="0" y="0"/>
          <a:ext cx="0" cy="0"/>
          <a:chOff x="0" y="0"/>
          <a:chExt cx="0" cy="0"/>
        </a:xfrm>
      </p:grpSpPr>
      <p:sp>
        <p:nvSpPr>
          <p:cNvPr id="12" name="Google Shape;12;p6"/>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13" name="Google Shape;13;p6"/>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14" name="Google Shape;14;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7"/>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7" name="Google Shape;17;p7"/>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8" name="Google Shape;18;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9" name="Shape 19"/>
        <p:cNvGrpSpPr/>
        <p:nvPr/>
      </p:nvGrpSpPr>
      <p:grpSpPr>
        <a:xfrm>
          <a:off x="0" y="0"/>
          <a:ext cx="0" cy="0"/>
          <a:chOff x="0" y="0"/>
          <a:chExt cx="0" cy="0"/>
        </a:xfrm>
      </p:grpSpPr>
      <p:sp>
        <p:nvSpPr>
          <p:cNvPr id="20" name="Google Shape;20;p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1" name="Google Shape;21;p9"/>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2" name="Google Shape;22;p9"/>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4" name="Shape 24"/>
        <p:cNvGrpSpPr/>
        <p:nvPr/>
      </p:nvGrpSpPr>
      <p:grpSpPr>
        <a:xfrm>
          <a:off x="0" y="0"/>
          <a:ext cx="0" cy="0"/>
          <a:chOff x="0" y="0"/>
          <a:chExt cx="0" cy="0"/>
        </a:xfrm>
      </p:grpSpPr>
      <p:sp>
        <p:nvSpPr>
          <p:cNvPr id="25" name="Google Shape;25;p11"/>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26" name="Google Shape;26;p11"/>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7" name="Google Shape;27;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8" name="Shape 28"/>
        <p:cNvGrpSpPr/>
        <p:nvPr/>
      </p:nvGrpSpPr>
      <p:grpSpPr>
        <a:xfrm>
          <a:off x="0" y="0"/>
          <a:ext cx="0" cy="0"/>
          <a:chOff x="0" y="0"/>
          <a:chExt cx="0" cy="0"/>
        </a:xfrm>
      </p:grpSpPr>
      <p:sp>
        <p:nvSpPr>
          <p:cNvPr id="29" name="Google Shape;29;p12"/>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0" name="Google Shape;30;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1" name="Shape 31"/>
        <p:cNvGrpSpPr/>
        <p:nvPr/>
      </p:nvGrpSpPr>
      <p:grpSpPr>
        <a:xfrm>
          <a:off x="0" y="0"/>
          <a:ext cx="0" cy="0"/>
          <a:chOff x="0" y="0"/>
          <a:chExt cx="0" cy="0"/>
        </a:xfrm>
      </p:grpSpPr>
      <p:sp>
        <p:nvSpPr>
          <p:cNvPr id="32" name="Google Shape;32;p13"/>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 name="Google Shape;33;p13"/>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4" name="Google Shape;34;p13"/>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5" name="Google Shape;35;p13"/>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36" name="Google Shape;36;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g"/><Relationship Id="rId4" Type="http://schemas.openxmlformats.org/officeDocument/2006/relationships/image" Target="../media/image2.png"/><Relationship Id="rId5"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1" Type="http://schemas.openxmlformats.org/officeDocument/2006/relationships/hyperlink" Target="https://scholar.google.com/citations?view_op=view_citation&amp;hl=en&amp;user=j9bRJzAAAAAJ&amp;sortby=pubdate&amp;citation_for_view=j9bRJzAAAAAJ:ULOm3_A8WrAC" TargetMode="External"/><Relationship Id="rId10" Type="http://schemas.openxmlformats.org/officeDocument/2006/relationships/hyperlink" Target="https://scholar.google.com/citations?view_op=view_citation&amp;hl=en&amp;user=j9bRJzAAAAAJ&amp;sortby=pubdate&amp;citation_for_view=j9bRJzAAAAAJ:kNdYIx-mwKoC" TargetMode="External"/><Relationship Id="rId13" Type="http://schemas.openxmlformats.org/officeDocument/2006/relationships/image" Target="../media/image1.png"/><Relationship Id="rId12" Type="http://schemas.openxmlformats.org/officeDocument/2006/relationships/hyperlink" Target="https://scholar.google.com/citations?view_op=view_citation&amp;hl=en&amp;user=j9bRJzAAAAAJ&amp;sortby=pubdate&amp;citation_for_view=j9bRJzAAAAAJ:0EnyYjriUFMC" TargetMode="External"/><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hyperlink" Target="https://scholar.google.com/citations?view_op=view_citation&amp;hl=en&amp;user=j9bRJzAAAAAJ&amp;sortby=pubdate&amp;citation_for_view=j9bRJzAAAAAJ:7PzlFSSx8tAC" TargetMode="External"/><Relationship Id="rId4" Type="http://schemas.openxmlformats.org/officeDocument/2006/relationships/hyperlink" Target="https://scholar.google.com/citations?view_op=view_citation&amp;hl=en&amp;user=j9bRJzAAAAAJ&amp;sortby=pubdate&amp;citation_for_view=j9bRJzAAAAAJ:Wp0gIr-vW9MC" TargetMode="External"/><Relationship Id="rId9" Type="http://schemas.openxmlformats.org/officeDocument/2006/relationships/hyperlink" Target="https://scholar.google.com/citations?view_op=view_citation&amp;hl=en&amp;user=j9bRJzAAAAAJ&amp;sortby=pubdate&amp;citation_for_view=j9bRJzAAAAAJ:Zph67rFs4hoC" TargetMode="External"/><Relationship Id="rId5" Type="http://schemas.openxmlformats.org/officeDocument/2006/relationships/hyperlink" Target="https://scholar.google.com/citations?view_op=view_citation&amp;hl=en&amp;user=j9bRJzAAAAAJ&amp;sortby=pubdate&amp;citation_for_view=j9bRJzAAAAAJ:qxL8FJ1GzNcC" TargetMode="External"/><Relationship Id="rId6" Type="http://schemas.openxmlformats.org/officeDocument/2006/relationships/hyperlink" Target="https://scholar.google.com/citations?view_op=view_citation&amp;hl=en&amp;user=j9bRJzAAAAAJ&amp;sortby=pubdate&amp;citation_for_view=j9bRJzAAAAAJ:4DMP91E08xMC" TargetMode="External"/><Relationship Id="rId7" Type="http://schemas.openxmlformats.org/officeDocument/2006/relationships/hyperlink" Target="https://scholar.google.com/citations?view_op=view_citation&amp;hl=en&amp;user=j9bRJzAAAAAJ&amp;sortby=pubdate&amp;citation_for_view=j9bRJzAAAAAJ:M3ejUd6NZC8C" TargetMode="External"/><Relationship Id="rId8" Type="http://schemas.openxmlformats.org/officeDocument/2006/relationships/hyperlink" Target="https://scholar.google.com/citations?view_op=view_citation&amp;hl=en&amp;user=j9bRJzAAAAAJ&amp;sortby=pubdate&amp;citation_for_view=j9bRJzAAAAAJ:YOwf2qJgpHMC"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 name="Shape 40"/>
        <p:cNvGrpSpPr/>
        <p:nvPr/>
      </p:nvGrpSpPr>
      <p:grpSpPr>
        <a:xfrm>
          <a:off x="0" y="0"/>
          <a:ext cx="0" cy="0"/>
          <a:chOff x="0" y="0"/>
          <a:chExt cx="0" cy="0"/>
        </a:xfrm>
      </p:grpSpPr>
      <p:grpSp>
        <p:nvGrpSpPr>
          <p:cNvPr id="41" name="Google Shape;41;p1"/>
          <p:cNvGrpSpPr/>
          <p:nvPr/>
        </p:nvGrpSpPr>
        <p:grpSpPr>
          <a:xfrm>
            <a:off x="8409385" y="4152050"/>
            <a:ext cx="1040637" cy="901375"/>
            <a:chOff x="948060" y="3972813"/>
            <a:chExt cx="1040637" cy="901375"/>
          </a:xfrm>
        </p:grpSpPr>
        <p:grpSp>
          <p:nvGrpSpPr>
            <p:cNvPr id="42" name="Google Shape;42;p1"/>
            <p:cNvGrpSpPr/>
            <p:nvPr/>
          </p:nvGrpSpPr>
          <p:grpSpPr>
            <a:xfrm flipH="1">
              <a:off x="948060" y="3972813"/>
              <a:ext cx="716725" cy="901375"/>
              <a:chOff x="-3888525" y="-2483300"/>
              <a:chExt cx="716725" cy="901375"/>
            </a:xfrm>
          </p:grpSpPr>
          <p:sp>
            <p:nvSpPr>
              <p:cNvPr id="43" name="Google Shape;43;p1"/>
              <p:cNvSpPr/>
              <p:nvPr/>
            </p:nvSpPr>
            <p:spPr>
              <a:xfrm>
                <a:off x="-3719475" y="-2483300"/>
                <a:ext cx="547675" cy="547050"/>
              </a:xfrm>
              <a:custGeom>
                <a:rect b="b" l="l" r="r" t="t"/>
                <a:pathLst>
                  <a:path extrusionOk="0" h="21882" w="21907">
                    <a:moveTo>
                      <a:pt x="21756" y="1"/>
                    </a:moveTo>
                    <a:cubicBezTo>
                      <a:pt x="21723" y="1"/>
                      <a:pt x="21689" y="15"/>
                      <a:pt x="21661" y="43"/>
                    </a:cubicBezTo>
                    <a:lnTo>
                      <a:pt x="56" y="21647"/>
                    </a:lnTo>
                    <a:cubicBezTo>
                      <a:pt x="1" y="21703"/>
                      <a:pt x="1" y="21781"/>
                      <a:pt x="56" y="21837"/>
                    </a:cubicBezTo>
                    <a:cubicBezTo>
                      <a:pt x="79" y="21870"/>
                      <a:pt x="112" y="21882"/>
                      <a:pt x="157" y="21882"/>
                    </a:cubicBezTo>
                    <a:cubicBezTo>
                      <a:pt x="190" y="21882"/>
                      <a:pt x="224" y="21870"/>
                      <a:pt x="257" y="21837"/>
                    </a:cubicBezTo>
                    <a:lnTo>
                      <a:pt x="21851" y="243"/>
                    </a:lnTo>
                    <a:cubicBezTo>
                      <a:pt x="21907" y="188"/>
                      <a:pt x="21907" y="98"/>
                      <a:pt x="21851" y="43"/>
                    </a:cubicBezTo>
                    <a:cubicBezTo>
                      <a:pt x="21823" y="15"/>
                      <a:pt x="21790" y="1"/>
                      <a:pt x="21756"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p1"/>
              <p:cNvSpPr/>
              <p:nvPr/>
            </p:nvSpPr>
            <p:spPr>
              <a:xfrm>
                <a:off x="-3888525" y="-2128825"/>
                <a:ext cx="549275" cy="546900"/>
              </a:xfrm>
              <a:custGeom>
                <a:rect b="b" l="l" r="r" t="t"/>
                <a:pathLst>
                  <a:path extrusionOk="0" h="21876" w="21971">
                    <a:moveTo>
                      <a:pt x="21780" y="1"/>
                    </a:moveTo>
                    <a:cubicBezTo>
                      <a:pt x="21751" y="1"/>
                      <a:pt x="21721" y="11"/>
                      <a:pt x="21694" y="36"/>
                    </a:cubicBezTo>
                    <a:lnTo>
                      <a:pt x="89" y="21630"/>
                    </a:lnTo>
                    <a:cubicBezTo>
                      <a:pt x="0" y="21719"/>
                      <a:pt x="67" y="21864"/>
                      <a:pt x="190" y="21875"/>
                    </a:cubicBezTo>
                    <a:cubicBezTo>
                      <a:pt x="223" y="21864"/>
                      <a:pt x="268" y="21853"/>
                      <a:pt x="290" y="21830"/>
                    </a:cubicBezTo>
                    <a:lnTo>
                      <a:pt x="21884" y="226"/>
                    </a:lnTo>
                    <a:cubicBezTo>
                      <a:pt x="21971" y="130"/>
                      <a:pt x="21882" y="1"/>
                      <a:pt x="2178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5" name="Google Shape;45;p1"/>
            <p:cNvGrpSpPr/>
            <p:nvPr/>
          </p:nvGrpSpPr>
          <p:grpSpPr>
            <a:xfrm flipH="1">
              <a:off x="1664772" y="4493938"/>
              <a:ext cx="323925" cy="323650"/>
              <a:chOff x="1608625" y="299800"/>
              <a:chExt cx="323925" cy="323650"/>
            </a:xfrm>
          </p:grpSpPr>
          <p:sp>
            <p:nvSpPr>
              <p:cNvPr id="46" name="Google Shape;46;p1"/>
              <p:cNvSpPr/>
              <p:nvPr/>
            </p:nvSpPr>
            <p:spPr>
              <a:xfrm>
                <a:off x="1633450" y="324425"/>
                <a:ext cx="275900" cy="274200"/>
              </a:xfrm>
              <a:custGeom>
                <a:rect b="b" l="l" r="r" t="t"/>
                <a:pathLst>
                  <a:path extrusionOk="0" h="10968" w="11036">
                    <a:moveTo>
                      <a:pt x="10830" y="0"/>
                    </a:moveTo>
                    <a:cubicBezTo>
                      <a:pt x="10795" y="0"/>
                      <a:pt x="10758" y="16"/>
                      <a:pt x="10725" y="54"/>
                    </a:cubicBezTo>
                    <a:lnTo>
                      <a:pt x="46" y="10733"/>
                    </a:lnTo>
                    <a:cubicBezTo>
                      <a:pt x="1" y="10789"/>
                      <a:pt x="1" y="10867"/>
                      <a:pt x="46" y="10923"/>
                    </a:cubicBezTo>
                    <a:cubicBezTo>
                      <a:pt x="79" y="10956"/>
                      <a:pt x="112" y="10968"/>
                      <a:pt x="146" y="10968"/>
                    </a:cubicBezTo>
                    <a:cubicBezTo>
                      <a:pt x="191" y="10968"/>
                      <a:pt x="224" y="10956"/>
                      <a:pt x="246" y="10923"/>
                    </a:cubicBezTo>
                    <a:lnTo>
                      <a:pt x="10926" y="254"/>
                    </a:lnTo>
                    <a:cubicBezTo>
                      <a:pt x="11036" y="153"/>
                      <a:pt x="10941" y="0"/>
                      <a:pt x="1083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 name="Google Shape;47;p1"/>
              <p:cNvSpPr/>
              <p:nvPr/>
            </p:nvSpPr>
            <p:spPr>
              <a:xfrm>
                <a:off x="1875625" y="299800"/>
                <a:ext cx="56925" cy="56950"/>
              </a:xfrm>
              <a:custGeom>
                <a:rect b="b" l="l" r="r" t="t"/>
                <a:pathLst>
                  <a:path extrusionOk="0" h="2278" w="2277">
                    <a:moveTo>
                      <a:pt x="1139" y="1"/>
                    </a:moveTo>
                    <a:cubicBezTo>
                      <a:pt x="514" y="1"/>
                      <a:pt x="0" y="514"/>
                      <a:pt x="0" y="1139"/>
                    </a:cubicBezTo>
                    <a:cubicBezTo>
                      <a:pt x="0" y="1764"/>
                      <a:pt x="514" y="2277"/>
                      <a:pt x="1139" y="2277"/>
                    </a:cubicBezTo>
                    <a:cubicBezTo>
                      <a:pt x="1764" y="2277"/>
                      <a:pt x="2277" y="1764"/>
                      <a:pt x="2277" y="1139"/>
                    </a:cubicBezTo>
                    <a:cubicBezTo>
                      <a:pt x="2277" y="514"/>
                      <a:pt x="1764" y="1"/>
                      <a:pt x="1139"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 name="Google Shape;48;p1"/>
              <p:cNvSpPr/>
              <p:nvPr/>
            </p:nvSpPr>
            <p:spPr>
              <a:xfrm>
                <a:off x="1608625" y="566800"/>
                <a:ext cx="56950" cy="56650"/>
              </a:xfrm>
              <a:custGeom>
                <a:rect b="b" l="l" r="r" t="t"/>
                <a:pathLst>
                  <a:path extrusionOk="0" h="2266" w="2278">
                    <a:moveTo>
                      <a:pt x="1139" y="0"/>
                    </a:moveTo>
                    <a:cubicBezTo>
                      <a:pt x="514" y="0"/>
                      <a:pt x="1" y="503"/>
                      <a:pt x="1" y="1127"/>
                    </a:cubicBezTo>
                    <a:cubicBezTo>
                      <a:pt x="1" y="1764"/>
                      <a:pt x="514" y="2266"/>
                      <a:pt x="1139" y="2266"/>
                    </a:cubicBezTo>
                    <a:cubicBezTo>
                      <a:pt x="1775" y="2266"/>
                      <a:pt x="2277" y="1764"/>
                      <a:pt x="2277" y="1127"/>
                    </a:cubicBezTo>
                    <a:cubicBezTo>
                      <a:pt x="2277" y="503"/>
                      <a:pt x="1775" y="0"/>
                      <a:pt x="1139"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49" name="Google Shape;49;p1"/>
          <p:cNvSpPr txBox="1"/>
          <p:nvPr>
            <p:ph idx="4294967295" type="ctrTitle"/>
          </p:nvPr>
        </p:nvSpPr>
        <p:spPr>
          <a:xfrm flipH="1">
            <a:off x="157725" y="881950"/>
            <a:ext cx="4713300" cy="983100"/>
          </a:xfrm>
          <a:prstGeom prst="rect">
            <a:avLst/>
          </a:prstGeom>
          <a:noFill/>
          <a:ln>
            <a:noFill/>
          </a:ln>
        </p:spPr>
        <p:txBody>
          <a:bodyPr anchorCtr="0" anchor="t" bIns="0" lIns="91425" spcFirstLastPara="1" rIns="91425" wrap="square" tIns="0">
            <a:noAutofit/>
          </a:bodyPr>
          <a:lstStyle/>
          <a:p>
            <a:pPr indent="0" lvl="0" marL="0" rtl="0" algn="ctr">
              <a:lnSpc>
                <a:spcPct val="115000"/>
              </a:lnSpc>
              <a:spcBef>
                <a:spcPts val="0"/>
              </a:spcBef>
              <a:spcAft>
                <a:spcPts val="0"/>
              </a:spcAft>
              <a:buClr>
                <a:schemeClr val="dk1"/>
              </a:buClr>
              <a:buSzPts val="1100"/>
              <a:buFont typeface="Arial"/>
              <a:buNone/>
            </a:pPr>
            <a:r>
              <a:rPr lang="en-US" sz="1700">
                <a:latin typeface="Montserrat"/>
                <a:ea typeface="Montserrat"/>
                <a:cs typeface="Montserrat"/>
                <a:sym typeface="Montserrat"/>
              </a:rPr>
              <a:t>Image-based Disease Detection leveraging Machine Learning Approaches for the crops  (Cotton, Maize)</a:t>
            </a:r>
            <a:endParaRPr sz="1700">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2800"/>
              <a:buFont typeface="Arial"/>
              <a:buNone/>
            </a:pPr>
            <a:r>
              <a:t/>
            </a:r>
            <a:endParaRPr sz="1700">
              <a:solidFill>
                <a:srgbClr val="F59222"/>
              </a:solidFill>
              <a:latin typeface="Montserrat Medium"/>
              <a:ea typeface="Montserrat Medium"/>
              <a:cs typeface="Montserrat Medium"/>
              <a:sym typeface="Montserrat Medium"/>
            </a:endParaRPr>
          </a:p>
        </p:txBody>
      </p:sp>
      <p:grpSp>
        <p:nvGrpSpPr>
          <p:cNvPr id="50" name="Google Shape;50;p1"/>
          <p:cNvGrpSpPr/>
          <p:nvPr/>
        </p:nvGrpSpPr>
        <p:grpSpPr>
          <a:xfrm>
            <a:off x="507200" y="2539942"/>
            <a:ext cx="4208350" cy="192185"/>
            <a:chOff x="948060" y="2996029"/>
            <a:chExt cx="4208350" cy="192185"/>
          </a:xfrm>
        </p:grpSpPr>
        <p:sp>
          <p:nvSpPr>
            <p:cNvPr id="51" name="Google Shape;51;p1"/>
            <p:cNvSpPr/>
            <p:nvPr/>
          </p:nvSpPr>
          <p:spPr>
            <a:xfrm flipH="1" rot="-2700000">
              <a:off x="1692865" y="3024234"/>
              <a:ext cx="136016" cy="135774"/>
            </a:xfrm>
            <a:custGeom>
              <a:rect b="b" l="l" r="r" t="t"/>
              <a:pathLst>
                <a:path extrusionOk="0" h="6194" w="6205">
                  <a:moveTo>
                    <a:pt x="6160" y="0"/>
                  </a:moveTo>
                  <a:lnTo>
                    <a:pt x="0" y="6149"/>
                  </a:lnTo>
                  <a:lnTo>
                    <a:pt x="1395" y="6194"/>
                  </a:lnTo>
                  <a:lnTo>
                    <a:pt x="6205" y="1384"/>
                  </a:lnTo>
                  <a:lnTo>
                    <a:pt x="6160"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52" name="Google Shape;52;p1"/>
            <p:cNvCxnSpPr>
              <a:stCxn id="53" idx="6"/>
              <a:endCxn id="54" idx="2"/>
            </p:cNvCxnSpPr>
            <p:nvPr/>
          </p:nvCxnSpPr>
          <p:spPr>
            <a:xfrm rot="10800000">
              <a:off x="1005010" y="3091118"/>
              <a:ext cx="4094400" cy="0"/>
            </a:xfrm>
            <a:prstGeom prst="straightConnector1">
              <a:avLst/>
            </a:prstGeom>
            <a:noFill/>
            <a:ln cap="flat" cmpd="sng" w="9525">
              <a:solidFill>
                <a:schemeClr val="lt1"/>
              </a:solidFill>
              <a:prstDash val="solid"/>
              <a:round/>
              <a:headEnd len="sm" w="sm" type="none"/>
              <a:tailEnd len="sm" w="sm" type="none"/>
            </a:ln>
          </p:spPr>
        </p:cxnSp>
        <p:sp>
          <p:nvSpPr>
            <p:cNvPr id="53" name="Google Shape;53;p1"/>
            <p:cNvSpPr/>
            <p:nvPr/>
          </p:nvSpPr>
          <p:spPr>
            <a:xfrm flipH="1">
              <a:off x="5099410" y="3062618"/>
              <a:ext cx="57000" cy="570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 name="Google Shape;54;p1"/>
            <p:cNvSpPr/>
            <p:nvPr/>
          </p:nvSpPr>
          <p:spPr>
            <a:xfrm flipH="1">
              <a:off x="948060" y="3062642"/>
              <a:ext cx="57000" cy="570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5" name="Google Shape;55;p1"/>
          <p:cNvGrpSpPr/>
          <p:nvPr/>
        </p:nvGrpSpPr>
        <p:grpSpPr>
          <a:xfrm rot="10800000">
            <a:off x="7655447" y="3105433"/>
            <a:ext cx="1803578" cy="1592367"/>
            <a:chOff x="-4912150" y="-393637"/>
            <a:chExt cx="2057000" cy="1816112"/>
          </a:xfrm>
        </p:grpSpPr>
        <p:sp>
          <p:nvSpPr>
            <p:cNvPr id="56" name="Google Shape;56;p1"/>
            <p:cNvSpPr/>
            <p:nvPr/>
          </p:nvSpPr>
          <p:spPr>
            <a:xfrm>
              <a:off x="-4604150" y="-280425"/>
              <a:ext cx="858750" cy="1117575"/>
            </a:xfrm>
            <a:custGeom>
              <a:rect b="b" l="l" r="r" t="t"/>
              <a:pathLst>
                <a:path extrusionOk="0" h="44703" w="34350">
                  <a:moveTo>
                    <a:pt x="34205" y="1"/>
                  </a:moveTo>
                  <a:cubicBezTo>
                    <a:pt x="34169" y="1"/>
                    <a:pt x="34132" y="15"/>
                    <a:pt x="34104" y="43"/>
                  </a:cubicBezTo>
                  <a:lnTo>
                    <a:pt x="23425" y="10722"/>
                  </a:lnTo>
                  <a:cubicBezTo>
                    <a:pt x="23402" y="10745"/>
                    <a:pt x="23391" y="10778"/>
                    <a:pt x="23391" y="10823"/>
                  </a:cubicBezTo>
                  <a:lnTo>
                    <a:pt x="23391" y="21168"/>
                  </a:lnTo>
                  <a:lnTo>
                    <a:pt x="90" y="44468"/>
                  </a:lnTo>
                  <a:cubicBezTo>
                    <a:pt x="1" y="44558"/>
                    <a:pt x="68" y="44703"/>
                    <a:pt x="191" y="44703"/>
                  </a:cubicBezTo>
                  <a:cubicBezTo>
                    <a:pt x="224" y="44703"/>
                    <a:pt x="258" y="44692"/>
                    <a:pt x="291" y="44669"/>
                  </a:cubicBezTo>
                  <a:lnTo>
                    <a:pt x="23626" y="21324"/>
                  </a:lnTo>
                  <a:cubicBezTo>
                    <a:pt x="23648" y="21301"/>
                    <a:pt x="23670" y="21257"/>
                    <a:pt x="23670" y="21223"/>
                  </a:cubicBezTo>
                  <a:lnTo>
                    <a:pt x="23670" y="10879"/>
                  </a:lnTo>
                  <a:lnTo>
                    <a:pt x="34305" y="244"/>
                  </a:lnTo>
                  <a:cubicBezTo>
                    <a:pt x="34350" y="188"/>
                    <a:pt x="34350" y="98"/>
                    <a:pt x="34305" y="43"/>
                  </a:cubicBezTo>
                  <a:cubicBezTo>
                    <a:pt x="34277" y="15"/>
                    <a:pt x="34241" y="1"/>
                    <a:pt x="34205" y="1"/>
                  </a:cubicBez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 name="Google Shape;57;p1"/>
            <p:cNvSpPr/>
            <p:nvPr/>
          </p:nvSpPr>
          <p:spPr>
            <a:xfrm>
              <a:off x="-3780300" y="-305525"/>
              <a:ext cx="62525" cy="57000"/>
            </a:xfrm>
            <a:custGeom>
              <a:rect b="b" l="l" r="r" t="t"/>
              <a:pathLst>
                <a:path extrusionOk="0" h="2280" w="2501">
                  <a:moveTo>
                    <a:pt x="1248" y="0"/>
                  </a:moveTo>
                  <a:cubicBezTo>
                    <a:pt x="738" y="0"/>
                    <a:pt x="270" y="354"/>
                    <a:pt x="146" y="879"/>
                  </a:cubicBezTo>
                  <a:cubicBezTo>
                    <a:pt x="1" y="1493"/>
                    <a:pt x="380" y="2107"/>
                    <a:pt x="994" y="2252"/>
                  </a:cubicBezTo>
                  <a:cubicBezTo>
                    <a:pt x="1077" y="2270"/>
                    <a:pt x="1161" y="2279"/>
                    <a:pt x="1243" y="2279"/>
                  </a:cubicBezTo>
                  <a:cubicBezTo>
                    <a:pt x="1757" y="2279"/>
                    <a:pt x="2231" y="1933"/>
                    <a:pt x="2356" y="1404"/>
                  </a:cubicBezTo>
                  <a:cubicBezTo>
                    <a:pt x="2501" y="790"/>
                    <a:pt x="2121" y="176"/>
                    <a:pt x="1507" y="31"/>
                  </a:cubicBezTo>
                  <a:cubicBezTo>
                    <a:pt x="1421" y="10"/>
                    <a:pt x="1334" y="0"/>
                    <a:pt x="1248" y="0"/>
                  </a:cubicBez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p1"/>
            <p:cNvSpPr/>
            <p:nvPr/>
          </p:nvSpPr>
          <p:spPr>
            <a:xfrm>
              <a:off x="-4199050" y="281125"/>
              <a:ext cx="155150" cy="154850"/>
            </a:xfrm>
            <a:custGeom>
              <a:rect b="b" l="l" r="r" t="t"/>
              <a:pathLst>
                <a:path extrusionOk="0" h="6194" w="6206">
                  <a:moveTo>
                    <a:pt x="6149" y="0"/>
                  </a:moveTo>
                  <a:lnTo>
                    <a:pt x="1" y="6149"/>
                  </a:lnTo>
                  <a:lnTo>
                    <a:pt x="1395" y="6194"/>
                  </a:lnTo>
                  <a:lnTo>
                    <a:pt x="6205" y="1384"/>
                  </a:lnTo>
                  <a:lnTo>
                    <a:pt x="6149" y="0"/>
                  </a:ln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p1"/>
            <p:cNvSpPr/>
            <p:nvPr/>
          </p:nvSpPr>
          <p:spPr>
            <a:xfrm>
              <a:off x="-4514575" y="97000"/>
              <a:ext cx="740775" cy="896950"/>
            </a:xfrm>
            <a:custGeom>
              <a:rect b="b" l="l" r="r" t="t"/>
              <a:pathLst>
                <a:path extrusionOk="0" h="35878" w="29631">
                  <a:moveTo>
                    <a:pt x="29432" y="0"/>
                  </a:moveTo>
                  <a:cubicBezTo>
                    <a:pt x="29400" y="0"/>
                    <a:pt x="29367" y="13"/>
                    <a:pt x="29338" y="44"/>
                  </a:cubicBezTo>
                  <a:lnTo>
                    <a:pt x="23402" y="5981"/>
                  </a:lnTo>
                  <a:cubicBezTo>
                    <a:pt x="23368" y="6004"/>
                    <a:pt x="23357" y="6037"/>
                    <a:pt x="23357" y="6082"/>
                  </a:cubicBezTo>
                  <a:lnTo>
                    <a:pt x="23357" y="12342"/>
                  </a:lnTo>
                  <a:lnTo>
                    <a:pt x="56" y="35643"/>
                  </a:lnTo>
                  <a:cubicBezTo>
                    <a:pt x="0" y="35699"/>
                    <a:pt x="0" y="35777"/>
                    <a:pt x="56" y="35833"/>
                  </a:cubicBezTo>
                  <a:cubicBezTo>
                    <a:pt x="89" y="35866"/>
                    <a:pt x="123" y="35877"/>
                    <a:pt x="156" y="35877"/>
                  </a:cubicBezTo>
                  <a:cubicBezTo>
                    <a:pt x="190" y="35877"/>
                    <a:pt x="234" y="35866"/>
                    <a:pt x="257" y="35844"/>
                  </a:cubicBezTo>
                  <a:lnTo>
                    <a:pt x="23591" y="12498"/>
                  </a:lnTo>
                  <a:cubicBezTo>
                    <a:pt x="23625" y="12476"/>
                    <a:pt x="23636" y="12443"/>
                    <a:pt x="23636" y="12398"/>
                  </a:cubicBezTo>
                  <a:lnTo>
                    <a:pt x="23636" y="6137"/>
                  </a:lnTo>
                  <a:lnTo>
                    <a:pt x="29528" y="234"/>
                  </a:lnTo>
                  <a:cubicBezTo>
                    <a:pt x="29631" y="140"/>
                    <a:pt x="29537" y="0"/>
                    <a:pt x="29432" y="0"/>
                  </a:cubicBez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 name="Google Shape;60;p1"/>
            <p:cNvSpPr/>
            <p:nvPr/>
          </p:nvSpPr>
          <p:spPr>
            <a:xfrm>
              <a:off x="-3809300" y="72075"/>
              <a:ext cx="61400" cy="56825"/>
            </a:xfrm>
            <a:custGeom>
              <a:rect b="b" l="l" r="r" t="t"/>
              <a:pathLst>
                <a:path extrusionOk="0" h="2273" w="2456">
                  <a:moveTo>
                    <a:pt x="1225" y="0"/>
                  </a:moveTo>
                  <a:cubicBezTo>
                    <a:pt x="680" y="0"/>
                    <a:pt x="191" y="399"/>
                    <a:pt x="101" y="952"/>
                  </a:cubicBezTo>
                  <a:cubicBezTo>
                    <a:pt x="0" y="1577"/>
                    <a:pt x="424" y="2157"/>
                    <a:pt x="1049" y="2258"/>
                  </a:cubicBezTo>
                  <a:cubicBezTo>
                    <a:pt x="1111" y="2268"/>
                    <a:pt x="1173" y="2273"/>
                    <a:pt x="1233" y="2273"/>
                  </a:cubicBezTo>
                  <a:cubicBezTo>
                    <a:pt x="1775" y="2273"/>
                    <a:pt x="2254" y="1882"/>
                    <a:pt x="2344" y="1320"/>
                  </a:cubicBezTo>
                  <a:cubicBezTo>
                    <a:pt x="2455" y="707"/>
                    <a:pt x="2031" y="115"/>
                    <a:pt x="1406" y="15"/>
                  </a:cubicBezTo>
                  <a:cubicBezTo>
                    <a:pt x="1346" y="5"/>
                    <a:pt x="1285" y="0"/>
                    <a:pt x="1225" y="0"/>
                  </a:cubicBez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 name="Google Shape;61;p1"/>
            <p:cNvSpPr/>
            <p:nvPr/>
          </p:nvSpPr>
          <p:spPr>
            <a:xfrm>
              <a:off x="-4203525" y="-330075"/>
              <a:ext cx="275400" cy="273925"/>
            </a:xfrm>
            <a:custGeom>
              <a:rect b="b" l="l" r="r" t="t"/>
              <a:pathLst>
                <a:path extrusionOk="0" h="10957" w="11016">
                  <a:moveTo>
                    <a:pt x="10859" y="0"/>
                  </a:moveTo>
                  <a:cubicBezTo>
                    <a:pt x="10823" y="0"/>
                    <a:pt x="10787" y="14"/>
                    <a:pt x="10759" y="42"/>
                  </a:cubicBezTo>
                  <a:lnTo>
                    <a:pt x="90" y="10711"/>
                  </a:lnTo>
                  <a:cubicBezTo>
                    <a:pt x="1" y="10800"/>
                    <a:pt x="57" y="10956"/>
                    <a:pt x="180" y="10956"/>
                  </a:cubicBezTo>
                  <a:cubicBezTo>
                    <a:pt x="224" y="10956"/>
                    <a:pt x="258" y="10934"/>
                    <a:pt x="280" y="10912"/>
                  </a:cubicBezTo>
                  <a:lnTo>
                    <a:pt x="10960" y="243"/>
                  </a:lnTo>
                  <a:cubicBezTo>
                    <a:pt x="11015" y="187"/>
                    <a:pt x="11015" y="98"/>
                    <a:pt x="10960" y="42"/>
                  </a:cubicBezTo>
                  <a:cubicBezTo>
                    <a:pt x="10932" y="14"/>
                    <a:pt x="10895" y="0"/>
                    <a:pt x="10859" y="0"/>
                  </a:cubicBez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 name="Google Shape;62;p1"/>
            <p:cNvSpPr/>
            <p:nvPr/>
          </p:nvSpPr>
          <p:spPr>
            <a:xfrm>
              <a:off x="-3964425" y="-355100"/>
              <a:ext cx="64750" cy="56950"/>
            </a:xfrm>
            <a:custGeom>
              <a:rect b="b" l="l" r="r" t="t"/>
              <a:pathLst>
                <a:path extrusionOk="0" h="2278" w="2590">
                  <a:moveTo>
                    <a:pt x="1285" y="1"/>
                  </a:moveTo>
                  <a:cubicBezTo>
                    <a:pt x="1143" y="1"/>
                    <a:pt x="999" y="27"/>
                    <a:pt x="860" y="84"/>
                  </a:cubicBezTo>
                  <a:cubicBezTo>
                    <a:pt x="280" y="329"/>
                    <a:pt x="1" y="999"/>
                    <a:pt x="246" y="1579"/>
                  </a:cubicBezTo>
                  <a:cubicBezTo>
                    <a:pt x="423" y="2017"/>
                    <a:pt x="849" y="2277"/>
                    <a:pt x="1296" y="2277"/>
                  </a:cubicBezTo>
                  <a:cubicBezTo>
                    <a:pt x="1441" y="2277"/>
                    <a:pt x="1588" y="2250"/>
                    <a:pt x="1730" y="2193"/>
                  </a:cubicBezTo>
                  <a:cubicBezTo>
                    <a:pt x="2311" y="1947"/>
                    <a:pt x="2590" y="1289"/>
                    <a:pt x="2344" y="708"/>
                  </a:cubicBezTo>
                  <a:cubicBezTo>
                    <a:pt x="2158" y="268"/>
                    <a:pt x="1733" y="1"/>
                    <a:pt x="1285" y="1"/>
                  </a:cubicBez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 name="Google Shape;63;p1"/>
            <p:cNvSpPr/>
            <p:nvPr/>
          </p:nvSpPr>
          <p:spPr>
            <a:xfrm>
              <a:off x="-4230300" y="-88200"/>
              <a:ext cx="62525" cy="56800"/>
            </a:xfrm>
            <a:custGeom>
              <a:rect b="b" l="l" r="r" t="t"/>
              <a:pathLst>
                <a:path extrusionOk="0" h="2272" w="2501">
                  <a:moveTo>
                    <a:pt x="1254" y="0"/>
                  </a:moveTo>
                  <a:cubicBezTo>
                    <a:pt x="737" y="0"/>
                    <a:pt x="270" y="353"/>
                    <a:pt x="146" y="868"/>
                  </a:cubicBezTo>
                  <a:cubicBezTo>
                    <a:pt x="1" y="1482"/>
                    <a:pt x="380" y="2096"/>
                    <a:pt x="994" y="2241"/>
                  </a:cubicBezTo>
                  <a:cubicBezTo>
                    <a:pt x="1082" y="2262"/>
                    <a:pt x="1171" y="2272"/>
                    <a:pt x="1258" y="2272"/>
                  </a:cubicBezTo>
                  <a:cubicBezTo>
                    <a:pt x="1774" y="2272"/>
                    <a:pt x="2241" y="1918"/>
                    <a:pt x="2355" y="1393"/>
                  </a:cubicBezTo>
                  <a:cubicBezTo>
                    <a:pt x="2500" y="779"/>
                    <a:pt x="2121" y="176"/>
                    <a:pt x="1518" y="31"/>
                  </a:cubicBezTo>
                  <a:cubicBezTo>
                    <a:pt x="1430" y="10"/>
                    <a:pt x="1341" y="0"/>
                    <a:pt x="1254" y="0"/>
                  </a:cubicBez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 name="Google Shape;64;p1"/>
            <p:cNvSpPr/>
            <p:nvPr/>
          </p:nvSpPr>
          <p:spPr>
            <a:xfrm>
              <a:off x="-3993425" y="647375"/>
              <a:ext cx="751825" cy="750275"/>
            </a:xfrm>
            <a:custGeom>
              <a:rect b="b" l="l" r="r" t="t"/>
              <a:pathLst>
                <a:path extrusionOk="0" h="30011" w="30073">
                  <a:moveTo>
                    <a:pt x="29876" y="1"/>
                  </a:moveTo>
                  <a:cubicBezTo>
                    <a:pt x="29846" y="1"/>
                    <a:pt x="29814" y="11"/>
                    <a:pt x="29785" y="36"/>
                  </a:cubicBezTo>
                  <a:lnTo>
                    <a:pt x="56" y="29776"/>
                  </a:lnTo>
                  <a:cubicBezTo>
                    <a:pt x="0" y="29821"/>
                    <a:pt x="0" y="29910"/>
                    <a:pt x="56" y="29966"/>
                  </a:cubicBezTo>
                  <a:cubicBezTo>
                    <a:pt x="78" y="29999"/>
                    <a:pt x="112" y="30010"/>
                    <a:pt x="156" y="30010"/>
                  </a:cubicBezTo>
                  <a:cubicBezTo>
                    <a:pt x="190" y="30010"/>
                    <a:pt x="223" y="29999"/>
                    <a:pt x="257" y="29966"/>
                  </a:cubicBezTo>
                  <a:lnTo>
                    <a:pt x="29986" y="237"/>
                  </a:lnTo>
                  <a:cubicBezTo>
                    <a:pt x="30073" y="132"/>
                    <a:pt x="29983" y="1"/>
                    <a:pt x="29876" y="1"/>
                  </a:cubicBez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1"/>
            <p:cNvSpPr/>
            <p:nvPr/>
          </p:nvSpPr>
          <p:spPr>
            <a:xfrm>
              <a:off x="-3547325" y="792500"/>
              <a:ext cx="155125" cy="154850"/>
            </a:xfrm>
            <a:custGeom>
              <a:rect b="b" l="l" r="r" t="t"/>
              <a:pathLst>
                <a:path extrusionOk="0" h="6194" w="6205">
                  <a:moveTo>
                    <a:pt x="6160" y="0"/>
                  </a:moveTo>
                  <a:lnTo>
                    <a:pt x="0" y="6149"/>
                  </a:lnTo>
                  <a:lnTo>
                    <a:pt x="1395" y="6194"/>
                  </a:lnTo>
                  <a:lnTo>
                    <a:pt x="6205" y="1384"/>
                  </a:lnTo>
                  <a:lnTo>
                    <a:pt x="6160" y="0"/>
                  </a:ln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1"/>
            <p:cNvSpPr/>
            <p:nvPr/>
          </p:nvSpPr>
          <p:spPr>
            <a:xfrm>
              <a:off x="-3265275" y="616650"/>
              <a:ext cx="61400" cy="57100"/>
            </a:xfrm>
            <a:custGeom>
              <a:rect b="b" l="l" r="r" t="t"/>
              <a:pathLst>
                <a:path extrusionOk="0" h="2284" w="2456">
                  <a:moveTo>
                    <a:pt x="1226" y="0"/>
                  </a:moveTo>
                  <a:cubicBezTo>
                    <a:pt x="681" y="0"/>
                    <a:pt x="191" y="400"/>
                    <a:pt x="101" y="964"/>
                  </a:cubicBezTo>
                  <a:cubicBezTo>
                    <a:pt x="0" y="1577"/>
                    <a:pt x="424" y="2169"/>
                    <a:pt x="1049" y="2269"/>
                  </a:cubicBezTo>
                  <a:cubicBezTo>
                    <a:pt x="1110" y="2279"/>
                    <a:pt x="1170" y="2284"/>
                    <a:pt x="1230" y="2284"/>
                  </a:cubicBezTo>
                  <a:cubicBezTo>
                    <a:pt x="1775" y="2284"/>
                    <a:pt x="2264" y="1884"/>
                    <a:pt x="2355" y="1321"/>
                  </a:cubicBezTo>
                  <a:cubicBezTo>
                    <a:pt x="2455" y="696"/>
                    <a:pt x="2031" y="115"/>
                    <a:pt x="1406" y="15"/>
                  </a:cubicBezTo>
                  <a:cubicBezTo>
                    <a:pt x="1346" y="5"/>
                    <a:pt x="1285" y="0"/>
                    <a:pt x="1226" y="0"/>
                  </a:cubicBez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1"/>
            <p:cNvSpPr/>
            <p:nvPr/>
          </p:nvSpPr>
          <p:spPr>
            <a:xfrm>
              <a:off x="-4017975" y="1365825"/>
              <a:ext cx="56925" cy="56650"/>
            </a:xfrm>
            <a:custGeom>
              <a:rect b="b" l="l" r="r" t="t"/>
              <a:pathLst>
                <a:path extrusionOk="0" h="2266" w="2277">
                  <a:moveTo>
                    <a:pt x="1138" y="0"/>
                  </a:moveTo>
                  <a:cubicBezTo>
                    <a:pt x="502" y="0"/>
                    <a:pt x="0" y="502"/>
                    <a:pt x="0" y="1127"/>
                  </a:cubicBezTo>
                  <a:cubicBezTo>
                    <a:pt x="0" y="1763"/>
                    <a:pt x="502" y="2265"/>
                    <a:pt x="1138" y="2265"/>
                  </a:cubicBezTo>
                  <a:cubicBezTo>
                    <a:pt x="1763" y="2265"/>
                    <a:pt x="2277" y="1763"/>
                    <a:pt x="2277" y="1127"/>
                  </a:cubicBezTo>
                  <a:cubicBezTo>
                    <a:pt x="2277" y="502"/>
                    <a:pt x="1763" y="0"/>
                    <a:pt x="1138" y="0"/>
                  </a:cubicBez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 name="Google Shape;68;p1"/>
            <p:cNvSpPr/>
            <p:nvPr/>
          </p:nvSpPr>
          <p:spPr>
            <a:xfrm>
              <a:off x="-3761575" y="553550"/>
              <a:ext cx="51025" cy="38375"/>
            </a:xfrm>
            <a:custGeom>
              <a:rect b="b" l="l" r="r" t="t"/>
              <a:pathLst>
                <a:path extrusionOk="0" h="1535" w="2041">
                  <a:moveTo>
                    <a:pt x="1021" y="0"/>
                  </a:moveTo>
                  <a:cubicBezTo>
                    <a:pt x="970" y="0"/>
                    <a:pt x="920" y="6"/>
                    <a:pt x="870" y="17"/>
                  </a:cubicBezTo>
                  <a:cubicBezTo>
                    <a:pt x="825" y="28"/>
                    <a:pt x="781" y="39"/>
                    <a:pt x="736" y="62"/>
                  </a:cubicBezTo>
                  <a:cubicBezTo>
                    <a:pt x="680" y="73"/>
                    <a:pt x="636" y="95"/>
                    <a:pt x="602" y="129"/>
                  </a:cubicBezTo>
                  <a:cubicBezTo>
                    <a:pt x="558" y="151"/>
                    <a:pt x="513" y="184"/>
                    <a:pt x="479" y="229"/>
                  </a:cubicBezTo>
                  <a:cubicBezTo>
                    <a:pt x="1" y="708"/>
                    <a:pt x="333" y="1530"/>
                    <a:pt x="1021" y="1535"/>
                  </a:cubicBezTo>
                  <a:lnTo>
                    <a:pt x="1021" y="1535"/>
                  </a:lnTo>
                  <a:cubicBezTo>
                    <a:pt x="1698" y="1530"/>
                    <a:pt x="2040" y="708"/>
                    <a:pt x="1562" y="229"/>
                  </a:cubicBezTo>
                  <a:cubicBezTo>
                    <a:pt x="1484" y="151"/>
                    <a:pt x="1406" y="95"/>
                    <a:pt x="1305" y="62"/>
                  </a:cubicBezTo>
                  <a:cubicBezTo>
                    <a:pt x="1261" y="39"/>
                    <a:pt x="1216" y="28"/>
                    <a:pt x="1171" y="17"/>
                  </a:cubicBezTo>
                  <a:cubicBezTo>
                    <a:pt x="1121" y="6"/>
                    <a:pt x="1071" y="0"/>
                    <a:pt x="1021" y="0"/>
                  </a:cubicBezTo>
                  <a:close/>
                  <a:moveTo>
                    <a:pt x="1021" y="1535"/>
                  </a:moveTo>
                  <a:cubicBezTo>
                    <a:pt x="1019" y="1535"/>
                    <a:pt x="1017" y="1535"/>
                    <a:pt x="1015" y="1535"/>
                  </a:cubicBezTo>
                  <a:lnTo>
                    <a:pt x="1026" y="1535"/>
                  </a:lnTo>
                  <a:cubicBezTo>
                    <a:pt x="1024" y="1535"/>
                    <a:pt x="1023" y="1535"/>
                    <a:pt x="1021" y="1535"/>
                  </a:cubicBez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 name="Google Shape;69;p1"/>
            <p:cNvSpPr/>
            <p:nvPr/>
          </p:nvSpPr>
          <p:spPr>
            <a:xfrm>
              <a:off x="-4478025" y="655725"/>
              <a:ext cx="666475" cy="651250"/>
            </a:xfrm>
            <a:custGeom>
              <a:rect b="b" l="l" r="r" t="t"/>
              <a:pathLst>
                <a:path extrusionOk="0" h="26050" w="26659">
                  <a:moveTo>
                    <a:pt x="25615" y="0"/>
                  </a:moveTo>
                  <a:cubicBezTo>
                    <a:pt x="25521" y="0"/>
                    <a:pt x="25422" y="18"/>
                    <a:pt x="25321" y="59"/>
                  </a:cubicBezTo>
                  <a:cubicBezTo>
                    <a:pt x="24529" y="360"/>
                    <a:pt x="24752" y="1532"/>
                    <a:pt x="25600" y="1532"/>
                  </a:cubicBezTo>
                  <a:cubicBezTo>
                    <a:pt x="25790" y="1532"/>
                    <a:pt x="25979" y="1454"/>
                    <a:pt x="26124" y="1331"/>
                  </a:cubicBezTo>
                  <a:cubicBezTo>
                    <a:pt x="26659" y="826"/>
                    <a:pt x="26246" y="0"/>
                    <a:pt x="25615" y="0"/>
                  </a:cubicBezTo>
                  <a:close/>
                  <a:moveTo>
                    <a:pt x="21521" y="4074"/>
                  </a:moveTo>
                  <a:cubicBezTo>
                    <a:pt x="21427" y="4074"/>
                    <a:pt x="21327" y="4092"/>
                    <a:pt x="21225" y="4132"/>
                  </a:cubicBezTo>
                  <a:cubicBezTo>
                    <a:pt x="20433" y="4445"/>
                    <a:pt x="20656" y="5616"/>
                    <a:pt x="21504" y="5616"/>
                  </a:cubicBezTo>
                  <a:cubicBezTo>
                    <a:pt x="21705" y="5616"/>
                    <a:pt x="21895" y="5549"/>
                    <a:pt x="22029" y="5416"/>
                  </a:cubicBezTo>
                  <a:cubicBezTo>
                    <a:pt x="22573" y="4910"/>
                    <a:pt x="22160" y="4074"/>
                    <a:pt x="21521" y="4074"/>
                  </a:cubicBezTo>
                  <a:close/>
                  <a:moveTo>
                    <a:pt x="17436" y="8169"/>
                  </a:moveTo>
                  <a:cubicBezTo>
                    <a:pt x="17341" y="8169"/>
                    <a:pt x="17242" y="8187"/>
                    <a:pt x="17141" y="8228"/>
                  </a:cubicBezTo>
                  <a:cubicBezTo>
                    <a:pt x="16349" y="8540"/>
                    <a:pt x="16572" y="9712"/>
                    <a:pt x="17420" y="9712"/>
                  </a:cubicBezTo>
                  <a:cubicBezTo>
                    <a:pt x="17621" y="9712"/>
                    <a:pt x="17811" y="9634"/>
                    <a:pt x="17944" y="9500"/>
                  </a:cubicBezTo>
                  <a:cubicBezTo>
                    <a:pt x="18488" y="8995"/>
                    <a:pt x="18069" y="8169"/>
                    <a:pt x="17436" y="8169"/>
                  </a:cubicBezTo>
                  <a:close/>
                  <a:moveTo>
                    <a:pt x="13345" y="12254"/>
                  </a:moveTo>
                  <a:cubicBezTo>
                    <a:pt x="13242" y="12254"/>
                    <a:pt x="13134" y="12275"/>
                    <a:pt x="13023" y="12323"/>
                  </a:cubicBezTo>
                  <a:cubicBezTo>
                    <a:pt x="12264" y="12658"/>
                    <a:pt x="12499" y="13796"/>
                    <a:pt x="13336" y="13796"/>
                  </a:cubicBezTo>
                  <a:cubicBezTo>
                    <a:pt x="13548" y="13796"/>
                    <a:pt x="13749" y="13707"/>
                    <a:pt x="13894" y="13551"/>
                  </a:cubicBezTo>
                  <a:cubicBezTo>
                    <a:pt x="14381" y="13025"/>
                    <a:pt x="13960" y="12254"/>
                    <a:pt x="13345" y="12254"/>
                  </a:cubicBezTo>
                  <a:close/>
                  <a:moveTo>
                    <a:pt x="9257" y="16338"/>
                  </a:moveTo>
                  <a:cubicBezTo>
                    <a:pt x="9155" y="16338"/>
                    <a:pt x="9048" y="16360"/>
                    <a:pt x="8939" y="16408"/>
                  </a:cubicBezTo>
                  <a:cubicBezTo>
                    <a:pt x="8169" y="16742"/>
                    <a:pt x="8414" y="17881"/>
                    <a:pt x="9251" y="17881"/>
                  </a:cubicBezTo>
                  <a:cubicBezTo>
                    <a:pt x="9463" y="17881"/>
                    <a:pt x="9664" y="17791"/>
                    <a:pt x="9809" y="17635"/>
                  </a:cubicBezTo>
                  <a:cubicBezTo>
                    <a:pt x="10297" y="17109"/>
                    <a:pt x="9867" y="16338"/>
                    <a:pt x="9257" y="16338"/>
                  </a:cubicBezTo>
                  <a:close/>
                  <a:moveTo>
                    <a:pt x="5182" y="20433"/>
                  </a:moveTo>
                  <a:cubicBezTo>
                    <a:pt x="5088" y="20433"/>
                    <a:pt x="4989" y="20451"/>
                    <a:pt x="4888" y="20492"/>
                  </a:cubicBezTo>
                  <a:cubicBezTo>
                    <a:pt x="4096" y="20793"/>
                    <a:pt x="4319" y="21965"/>
                    <a:pt x="5167" y="21965"/>
                  </a:cubicBezTo>
                  <a:cubicBezTo>
                    <a:pt x="5357" y="21965"/>
                    <a:pt x="5546" y="21887"/>
                    <a:pt x="5691" y="21764"/>
                  </a:cubicBezTo>
                  <a:cubicBezTo>
                    <a:pt x="6225" y="21259"/>
                    <a:pt x="5813" y="20433"/>
                    <a:pt x="5182" y="20433"/>
                  </a:cubicBezTo>
                  <a:close/>
                  <a:moveTo>
                    <a:pt x="1088" y="24507"/>
                  </a:moveTo>
                  <a:cubicBezTo>
                    <a:pt x="994" y="24507"/>
                    <a:pt x="894" y="24525"/>
                    <a:pt x="792" y="24565"/>
                  </a:cubicBezTo>
                  <a:cubicBezTo>
                    <a:pt x="0" y="24878"/>
                    <a:pt x="223" y="26049"/>
                    <a:pt x="1071" y="26049"/>
                  </a:cubicBezTo>
                  <a:cubicBezTo>
                    <a:pt x="1272" y="26049"/>
                    <a:pt x="1462" y="25982"/>
                    <a:pt x="1596" y="25849"/>
                  </a:cubicBezTo>
                  <a:cubicBezTo>
                    <a:pt x="2140" y="25343"/>
                    <a:pt x="1727" y="24507"/>
                    <a:pt x="1088" y="24507"/>
                  </a:cubicBez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 name="Google Shape;70;p1"/>
            <p:cNvSpPr/>
            <p:nvPr/>
          </p:nvSpPr>
          <p:spPr>
            <a:xfrm>
              <a:off x="-4579025" y="1370700"/>
              <a:ext cx="46900" cy="38375"/>
            </a:xfrm>
            <a:custGeom>
              <a:rect b="b" l="l" r="r" t="t"/>
              <a:pathLst>
                <a:path extrusionOk="0" h="1535" w="1876">
                  <a:moveTo>
                    <a:pt x="1027" y="1"/>
                  </a:moveTo>
                  <a:cubicBezTo>
                    <a:pt x="976" y="1"/>
                    <a:pt x="924" y="6"/>
                    <a:pt x="871" y="17"/>
                  </a:cubicBezTo>
                  <a:cubicBezTo>
                    <a:pt x="826" y="28"/>
                    <a:pt x="781" y="39"/>
                    <a:pt x="737" y="62"/>
                  </a:cubicBezTo>
                  <a:cubicBezTo>
                    <a:pt x="692" y="84"/>
                    <a:pt x="648" y="106"/>
                    <a:pt x="603" y="129"/>
                  </a:cubicBezTo>
                  <a:cubicBezTo>
                    <a:pt x="558" y="162"/>
                    <a:pt x="525" y="196"/>
                    <a:pt x="480" y="229"/>
                  </a:cubicBezTo>
                  <a:cubicBezTo>
                    <a:pt x="0" y="709"/>
                    <a:pt x="346" y="1535"/>
                    <a:pt x="1027" y="1535"/>
                  </a:cubicBezTo>
                  <a:cubicBezTo>
                    <a:pt x="1228" y="1535"/>
                    <a:pt x="1429" y="1457"/>
                    <a:pt x="1563" y="1312"/>
                  </a:cubicBezTo>
                  <a:cubicBezTo>
                    <a:pt x="1641" y="1245"/>
                    <a:pt x="1697" y="1155"/>
                    <a:pt x="1730" y="1066"/>
                  </a:cubicBezTo>
                  <a:cubicBezTo>
                    <a:pt x="1752" y="1010"/>
                    <a:pt x="1763" y="966"/>
                    <a:pt x="1775" y="921"/>
                  </a:cubicBezTo>
                  <a:cubicBezTo>
                    <a:pt x="1875" y="438"/>
                    <a:pt x="1495" y="1"/>
                    <a:pt x="1027" y="1"/>
                  </a:cubicBez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p1"/>
            <p:cNvSpPr/>
            <p:nvPr/>
          </p:nvSpPr>
          <p:spPr>
            <a:xfrm>
              <a:off x="-4912150" y="393325"/>
              <a:ext cx="547675" cy="546850"/>
            </a:xfrm>
            <a:custGeom>
              <a:rect b="b" l="l" r="r" t="t"/>
              <a:pathLst>
                <a:path extrusionOk="0" h="21874" w="21907">
                  <a:moveTo>
                    <a:pt x="21751" y="1"/>
                  </a:moveTo>
                  <a:cubicBezTo>
                    <a:pt x="21714" y="1"/>
                    <a:pt x="21678" y="15"/>
                    <a:pt x="21650" y="43"/>
                  </a:cubicBezTo>
                  <a:lnTo>
                    <a:pt x="57" y="21636"/>
                  </a:lnTo>
                  <a:cubicBezTo>
                    <a:pt x="1" y="21692"/>
                    <a:pt x="1" y="21781"/>
                    <a:pt x="57" y="21837"/>
                  </a:cubicBezTo>
                  <a:cubicBezTo>
                    <a:pt x="75" y="21855"/>
                    <a:pt x="101" y="21874"/>
                    <a:pt x="134" y="21874"/>
                  </a:cubicBezTo>
                  <a:cubicBezTo>
                    <a:pt x="141" y="21874"/>
                    <a:pt x="149" y="21873"/>
                    <a:pt x="157" y="21871"/>
                  </a:cubicBezTo>
                  <a:cubicBezTo>
                    <a:pt x="163" y="21873"/>
                    <a:pt x="169" y="21874"/>
                    <a:pt x="175" y="21874"/>
                  </a:cubicBezTo>
                  <a:cubicBezTo>
                    <a:pt x="202" y="21874"/>
                    <a:pt x="228" y="21855"/>
                    <a:pt x="246" y="21837"/>
                  </a:cubicBezTo>
                  <a:lnTo>
                    <a:pt x="21851" y="232"/>
                  </a:lnTo>
                  <a:cubicBezTo>
                    <a:pt x="21907" y="177"/>
                    <a:pt x="21907" y="99"/>
                    <a:pt x="21851" y="43"/>
                  </a:cubicBezTo>
                  <a:cubicBezTo>
                    <a:pt x="21823" y="15"/>
                    <a:pt x="21787" y="1"/>
                    <a:pt x="21751" y="1"/>
                  </a:cubicBez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1"/>
            <p:cNvSpPr/>
            <p:nvPr/>
          </p:nvSpPr>
          <p:spPr>
            <a:xfrm>
              <a:off x="-3508415" y="-393637"/>
              <a:ext cx="547675" cy="547325"/>
            </a:xfrm>
            <a:custGeom>
              <a:rect b="b" l="l" r="r" t="t"/>
              <a:pathLst>
                <a:path extrusionOk="0" h="21893" w="21907">
                  <a:moveTo>
                    <a:pt x="21752" y="0"/>
                  </a:moveTo>
                  <a:cubicBezTo>
                    <a:pt x="21717" y="0"/>
                    <a:pt x="21684" y="14"/>
                    <a:pt x="21661" y="42"/>
                  </a:cubicBezTo>
                  <a:lnTo>
                    <a:pt x="57" y="21647"/>
                  </a:lnTo>
                  <a:cubicBezTo>
                    <a:pt x="1" y="21703"/>
                    <a:pt x="1" y="21792"/>
                    <a:pt x="57" y="21848"/>
                  </a:cubicBezTo>
                  <a:cubicBezTo>
                    <a:pt x="79" y="21870"/>
                    <a:pt x="113" y="21892"/>
                    <a:pt x="157" y="21892"/>
                  </a:cubicBezTo>
                  <a:cubicBezTo>
                    <a:pt x="191" y="21881"/>
                    <a:pt x="224" y="21870"/>
                    <a:pt x="258" y="21837"/>
                  </a:cubicBezTo>
                  <a:lnTo>
                    <a:pt x="21851" y="243"/>
                  </a:lnTo>
                  <a:cubicBezTo>
                    <a:pt x="21907" y="187"/>
                    <a:pt x="21907" y="98"/>
                    <a:pt x="21851" y="42"/>
                  </a:cubicBezTo>
                  <a:cubicBezTo>
                    <a:pt x="21823" y="14"/>
                    <a:pt x="21787" y="0"/>
                    <a:pt x="21752" y="0"/>
                  </a:cubicBez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1"/>
            <p:cNvSpPr/>
            <p:nvPr/>
          </p:nvSpPr>
          <p:spPr>
            <a:xfrm>
              <a:off x="-3103750" y="258425"/>
              <a:ext cx="248600" cy="239200"/>
            </a:xfrm>
            <a:custGeom>
              <a:rect b="b" l="l" r="r" t="t"/>
              <a:pathLst>
                <a:path extrusionOk="0" h="9568" w="9944">
                  <a:moveTo>
                    <a:pt x="5168" y="283"/>
                  </a:moveTo>
                  <a:cubicBezTo>
                    <a:pt x="7645" y="283"/>
                    <a:pt x="9665" y="2292"/>
                    <a:pt x="9665" y="4780"/>
                  </a:cubicBezTo>
                  <a:cubicBezTo>
                    <a:pt x="9665" y="6599"/>
                    <a:pt x="8571" y="8240"/>
                    <a:pt x="6886" y="8943"/>
                  </a:cubicBezTo>
                  <a:cubicBezTo>
                    <a:pt x="6328" y="9172"/>
                    <a:pt x="5744" y="9283"/>
                    <a:pt x="5165" y="9283"/>
                  </a:cubicBezTo>
                  <a:cubicBezTo>
                    <a:pt x="3993" y="9283"/>
                    <a:pt x="2842" y="8827"/>
                    <a:pt x="1976" y="7961"/>
                  </a:cubicBezTo>
                  <a:cubicBezTo>
                    <a:pt x="693" y="6677"/>
                    <a:pt x="302" y="4736"/>
                    <a:pt x="1005" y="3062"/>
                  </a:cubicBezTo>
                  <a:cubicBezTo>
                    <a:pt x="1697" y="1377"/>
                    <a:pt x="3337" y="283"/>
                    <a:pt x="5168" y="283"/>
                  </a:cubicBezTo>
                  <a:close/>
                  <a:moveTo>
                    <a:pt x="5166" y="0"/>
                  </a:moveTo>
                  <a:cubicBezTo>
                    <a:pt x="3922" y="0"/>
                    <a:pt x="2699" y="487"/>
                    <a:pt x="1786" y="1399"/>
                  </a:cubicBezTo>
                  <a:cubicBezTo>
                    <a:pt x="414" y="2772"/>
                    <a:pt x="1" y="4825"/>
                    <a:pt x="748" y="6611"/>
                  </a:cubicBezTo>
                  <a:cubicBezTo>
                    <a:pt x="1485" y="8396"/>
                    <a:pt x="3226" y="9568"/>
                    <a:pt x="5168" y="9568"/>
                  </a:cubicBezTo>
                  <a:cubicBezTo>
                    <a:pt x="7801" y="9557"/>
                    <a:pt x="9944" y="7425"/>
                    <a:pt x="9944" y="4780"/>
                  </a:cubicBezTo>
                  <a:cubicBezTo>
                    <a:pt x="9944" y="2850"/>
                    <a:pt x="8783" y="1109"/>
                    <a:pt x="6987" y="361"/>
                  </a:cubicBezTo>
                  <a:cubicBezTo>
                    <a:pt x="6397" y="118"/>
                    <a:pt x="5779" y="0"/>
                    <a:pt x="5166" y="0"/>
                  </a:cubicBez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 name="Google Shape;74;p1"/>
            <p:cNvSpPr/>
            <p:nvPr/>
          </p:nvSpPr>
          <p:spPr>
            <a:xfrm>
              <a:off x="-3027850" y="324625"/>
              <a:ext cx="106300" cy="106600"/>
            </a:xfrm>
            <a:custGeom>
              <a:rect b="b" l="l" r="r" t="t"/>
              <a:pathLst>
                <a:path extrusionOk="0" h="4264" w="4252">
                  <a:moveTo>
                    <a:pt x="2120" y="1"/>
                  </a:moveTo>
                  <a:cubicBezTo>
                    <a:pt x="949" y="1"/>
                    <a:pt x="0" y="961"/>
                    <a:pt x="0" y="2132"/>
                  </a:cubicBezTo>
                  <a:cubicBezTo>
                    <a:pt x="0" y="3304"/>
                    <a:pt x="949" y="4264"/>
                    <a:pt x="2120" y="4264"/>
                  </a:cubicBezTo>
                  <a:cubicBezTo>
                    <a:pt x="3303" y="4264"/>
                    <a:pt x="4252" y="3304"/>
                    <a:pt x="4252" y="2132"/>
                  </a:cubicBezTo>
                  <a:cubicBezTo>
                    <a:pt x="4252" y="961"/>
                    <a:pt x="3303" y="1"/>
                    <a:pt x="2120" y="1"/>
                  </a:cubicBez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id="75" name="Google Shape;75;p1"/>
          <p:cNvPicPr preferRelativeResize="0"/>
          <p:nvPr/>
        </p:nvPicPr>
        <p:blipFill rotWithShape="1">
          <a:blip r:embed="rId3">
            <a:alphaModFix/>
          </a:blip>
          <a:srcRect b="0" l="46714" r="16268" t="0"/>
          <a:stretch/>
        </p:blipFill>
        <p:spPr>
          <a:xfrm>
            <a:off x="4803838" y="761925"/>
            <a:ext cx="3256800" cy="3255300"/>
          </a:xfrm>
          <a:prstGeom prst="ellipse">
            <a:avLst/>
          </a:prstGeom>
          <a:noFill/>
          <a:ln>
            <a:noFill/>
          </a:ln>
        </p:spPr>
      </p:pic>
      <p:sp>
        <p:nvSpPr>
          <p:cNvPr id="76" name="Google Shape;76;p1"/>
          <p:cNvSpPr/>
          <p:nvPr/>
        </p:nvSpPr>
        <p:spPr>
          <a:xfrm>
            <a:off x="4715550" y="669150"/>
            <a:ext cx="3416400" cy="3431400"/>
          </a:xfrm>
          <a:prstGeom prst="arc">
            <a:avLst>
              <a:gd fmla="val 16200000" name="adj1"/>
              <a:gd fmla="val 0" name="adj2"/>
            </a:avLst>
          </a:prstGeom>
          <a:noFill/>
          <a:ln cap="flat" cmpd="sng" w="28575">
            <a:solidFill>
              <a:srgbClr val="F5922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77" name="Google Shape;77;p1"/>
          <p:cNvGrpSpPr/>
          <p:nvPr/>
        </p:nvGrpSpPr>
        <p:grpSpPr>
          <a:xfrm flipH="1">
            <a:off x="-711278" y="4152050"/>
            <a:ext cx="1929500" cy="2210100"/>
            <a:chOff x="295725" y="-3462825"/>
            <a:chExt cx="1929500" cy="2210100"/>
          </a:xfrm>
        </p:grpSpPr>
        <p:sp>
          <p:nvSpPr>
            <p:cNvPr id="78" name="Google Shape;78;p1"/>
            <p:cNvSpPr/>
            <p:nvPr/>
          </p:nvSpPr>
          <p:spPr>
            <a:xfrm>
              <a:off x="1089425" y="-3462825"/>
              <a:ext cx="700025" cy="959400"/>
            </a:xfrm>
            <a:custGeom>
              <a:rect b="b" l="l" r="r" t="t"/>
              <a:pathLst>
                <a:path extrusionOk="0" h="38376" w="28001">
                  <a:moveTo>
                    <a:pt x="27849" y="1"/>
                  </a:moveTo>
                  <a:cubicBezTo>
                    <a:pt x="27816" y="1"/>
                    <a:pt x="27782" y="15"/>
                    <a:pt x="27755" y="43"/>
                  </a:cubicBezTo>
                  <a:lnTo>
                    <a:pt x="10736" y="17061"/>
                  </a:lnTo>
                  <a:cubicBezTo>
                    <a:pt x="10703" y="17083"/>
                    <a:pt x="10692" y="17117"/>
                    <a:pt x="10692" y="17161"/>
                  </a:cubicBezTo>
                  <a:lnTo>
                    <a:pt x="10692" y="27495"/>
                  </a:lnTo>
                  <a:lnTo>
                    <a:pt x="57" y="38130"/>
                  </a:lnTo>
                  <a:cubicBezTo>
                    <a:pt x="1" y="38186"/>
                    <a:pt x="1" y="38275"/>
                    <a:pt x="57" y="38331"/>
                  </a:cubicBezTo>
                  <a:cubicBezTo>
                    <a:pt x="79" y="38353"/>
                    <a:pt x="124" y="38375"/>
                    <a:pt x="157" y="38375"/>
                  </a:cubicBezTo>
                  <a:cubicBezTo>
                    <a:pt x="191" y="38375"/>
                    <a:pt x="235" y="38353"/>
                    <a:pt x="258" y="38331"/>
                  </a:cubicBezTo>
                  <a:lnTo>
                    <a:pt x="10937" y="27651"/>
                  </a:lnTo>
                  <a:cubicBezTo>
                    <a:pt x="10960" y="27629"/>
                    <a:pt x="10971" y="27595"/>
                    <a:pt x="10971" y="27551"/>
                  </a:cubicBezTo>
                  <a:lnTo>
                    <a:pt x="10971" y="17206"/>
                  </a:lnTo>
                  <a:lnTo>
                    <a:pt x="27944" y="232"/>
                  </a:lnTo>
                  <a:cubicBezTo>
                    <a:pt x="28000" y="188"/>
                    <a:pt x="28000" y="98"/>
                    <a:pt x="27944" y="43"/>
                  </a:cubicBezTo>
                  <a:cubicBezTo>
                    <a:pt x="27916" y="15"/>
                    <a:pt x="27883" y="1"/>
                    <a:pt x="27849" y="1"/>
                  </a:cubicBez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p1"/>
            <p:cNvSpPr/>
            <p:nvPr/>
          </p:nvSpPr>
          <p:spPr>
            <a:xfrm>
              <a:off x="1064875" y="-2535525"/>
              <a:ext cx="56950" cy="56925"/>
            </a:xfrm>
            <a:custGeom>
              <a:rect b="b" l="l" r="r" t="t"/>
              <a:pathLst>
                <a:path extrusionOk="0" h="2277" w="2278">
                  <a:moveTo>
                    <a:pt x="1139" y="0"/>
                  </a:moveTo>
                  <a:cubicBezTo>
                    <a:pt x="514" y="0"/>
                    <a:pt x="1" y="513"/>
                    <a:pt x="1" y="1138"/>
                  </a:cubicBezTo>
                  <a:cubicBezTo>
                    <a:pt x="1" y="1763"/>
                    <a:pt x="514" y="2277"/>
                    <a:pt x="1139" y="2277"/>
                  </a:cubicBezTo>
                  <a:cubicBezTo>
                    <a:pt x="1764" y="2277"/>
                    <a:pt x="2277" y="1763"/>
                    <a:pt x="2277" y="1138"/>
                  </a:cubicBezTo>
                  <a:cubicBezTo>
                    <a:pt x="2277" y="513"/>
                    <a:pt x="1764" y="0"/>
                    <a:pt x="1139" y="0"/>
                  </a:cubicBez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 name="Google Shape;80;p1"/>
            <p:cNvSpPr/>
            <p:nvPr/>
          </p:nvSpPr>
          <p:spPr>
            <a:xfrm>
              <a:off x="1212200" y="-2944175"/>
              <a:ext cx="869900" cy="1026350"/>
            </a:xfrm>
            <a:custGeom>
              <a:rect b="b" l="l" r="r" t="t"/>
              <a:pathLst>
                <a:path extrusionOk="0" h="41054" w="34796">
                  <a:moveTo>
                    <a:pt x="34639" y="0"/>
                  </a:moveTo>
                  <a:cubicBezTo>
                    <a:pt x="34603" y="0"/>
                    <a:pt x="34567" y="14"/>
                    <a:pt x="34539" y="42"/>
                  </a:cubicBezTo>
                  <a:lnTo>
                    <a:pt x="6026" y="28555"/>
                  </a:lnTo>
                  <a:cubicBezTo>
                    <a:pt x="6004" y="28577"/>
                    <a:pt x="5993" y="28610"/>
                    <a:pt x="5993" y="28655"/>
                  </a:cubicBezTo>
                  <a:lnTo>
                    <a:pt x="5993" y="34915"/>
                  </a:lnTo>
                  <a:lnTo>
                    <a:pt x="89" y="40808"/>
                  </a:lnTo>
                  <a:cubicBezTo>
                    <a:pt x="0" y="40897"/>
                    <a:pt x="56" y="41042"/>
                    <a:pt x="190" y="41053"/>
                  </a:cubicBezTo>
                  <a:cubicBezTo>
                    <a:pt x="223" y="41053"/>
                    <a:pt x="257" y="41042"/>
                    <a:pt x="290" y="41008"/>
                  </a:cubicBezTo>
                  <a:lnTo>
                    <a:pt x="6227" y="35072"/>
                  </a:lnTo>
                  <a:cubicBezTo>
                    <a:pt x="6249" y="35049"/>
                    <a:pt x="6272" y="35016"/>
                    <a:pt x="6272" y="34971"/>
                  </a:cubicBezTo>
                  <a:lnTo>
                    <a:pt x="6272" y="28711"/>
                  </a:lnTo>
                  <a:lnTo>
                    <a:pt x="34740" y="232"/>
                  </a:lnTo>
                  <a:cubicBezTo>
                    <a:pt x="34795" y="176"/>
                    <a:pt x="34795" y="87"/>
                    <a:pt x="34740" y="42"/>
                  </a:cubicBezTo>
                  <a:cubicBezTo>
                    <a:pt x="34712" y="14"/>
                    <a:pt x="34675" y="0"/>
                    <a:pt x="34639" y="0"/>
                  </a:cubicBez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p1"/>
            <p:cNvSpPr/>
            <p:nvPr/>
          </p:nvSpPr>
          <p:spPr>
            <a:xfrm>
              <a:off x="1577675" y="-2592175"/>
              <a:ext cx="155125" cy="154875"/>
            </a:xfrm>
            <a:custGeom>
              <a:rect b="b" l="l" r="r" t="t"/>
              <a:pathLst>
                <a:path extrusionOk="0" h="6195" w="6205">
                  <a:moveTo>
                    <a:pt x="6160" y="1"/>
                  </a:moveTo>
                  <a:lnTo>
                    <a:pt x="0" y="6150"/>
                  </a:lnTo>
                  <a:lnTo>
                    <a:pt x="1395" y="6194"/>
                  </a:lnTo>
                  <a:lnTo>
                    <a:pt x="6205" y="1384"/>
                  </a:lnTo>
                  <a:lnTo>
                    <a:pt x="6160" y="1"/>
                  </a:ln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1"/>
            <p:cNvSpPr/>
            <p:nvPr/>
          </p:nvSpPr>
          <p:spPr>
            <a:xfrm>
              <a:off x="1188475" y="-1949950"/>
              <a:ext cx="56950" cy="56950"/>
            </a:xfrm>
            <a:custGeom>
              <a:rect b="b" l="l" r="r" t="t"/>
              <a:pathLst>
                <a:path extrusionOk="0" h="2278" w="2278">
                  <a:moveTo>
                    <a:pt x="1139" y="1"/>
                  </a:moveTo>
                  <a:cubicBezTo>
                    <a:pt x="503" y="1"/>
                    <a:pt x="1" y="514"/>
                    <a:pt x="1" y="1139"/>
                  </a:cubicBezTo>
                  <a:cubicBezTo>
                    <a:pt x="1" y="1775"/>
                    <a:pt x="503" y="2277"/>
                    <a:pt x="1139" y="2277"/>
                  </a:cubicBezTo>
                  <a:cubicBezTo>
                    <a:pt x="1764" y="2277"/>
                    <a:pt x="2277" y="1775"/>
                    <a:pt x="2277" y="1139"/>
                  </a:cubicBezTo>
                  <a:cubicBezTo>
                    <a:pt x="2277" y="514"/>
                    <a:pt x="1764" y="1"/>
                    <a:pt x="1139" y="1"/>
                  </a:cubicBez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p1"/>
            <p:cNvSpPr/>
            <p:nvPr/>
          </p:nvSpPr>
          <p:spPr>
            <a:xfrm>
              <a:off x="2043025" y="-3122375"/>
              <a:ext cx="38525" cy="38650"/>
            </a:xfrm>
            <a:custGeom>
              <a:rect b="b" l="l" r="r" t="t"/>
              <a:pathLst>
                <a:path extrusionOk="0" h="1546" w="1541">
                  <a:moveTo>
                    <a:pt x="768" y="1"/>
                  </a:moveTo>
                  <a:cubicBezTo>
                    <a:pt x="525" y="1"/>
                    <a:pt x="283" y="117"/>
                    <a:pt x="134" y="340"/>
                  </a:cubicBezTo>
                  <a:cubicBezTo>
                    <a:pt x="100" y="385"/>
                    <a:pt x="78" y="441"/>
                    <a:pt x="56" y="486"/>
                  </a:cubicBezTo>
                  <a:cubicBezTo>
                    <a:pt x="45" y="530"/>
                    <a:pt x="22" y="575"/>
                    <a:pt x="11" y="619"/>
                  </a:cubicBezTo>
                  <a:cubicBezTo>
                    <a:pt x="11" y="675"/>
                    <a:pt x="0" y="720"/>
                    <a:pt x="0" y="776"/>
                  </a:cubicBezTo>
                  <a:cubicBezTo>
                    <a:pt x="0" y="1200"/>
                    <a:pt x="346" y="1546"/>
                    <a:pt x="770" y="1546"/>
                  </a:cubicBezTo>
                  <a:cubicBezTo>
                    <a:pt x="1194" y="1546"/>
                    <a:pt x="1540" y="1200"/>
                    <a:pt x="1540" y="776"/>
                  </a:cubicBezTo>
                  <a:cubicBezTo>
                    <a:pt x="1540" y="720"/>
                    <a:pt x="1529" y="675"/>
                    <a:pt x="1518" y="619"/>
                  </a:cubicBezTo>
                  <a:cubicBezTo>
                    <a:pt x="1507" y="575"/>
                    <a:pt x="1495" y="530"/>
                    <a:pt x="1473" y="486"/>
                  </a:cubicBezTo>
                  <a:cubicBezTo>
                    <a:pt x="1462" y="441"/>
                    <a:pt x="1440" y="385"/>
                    <a:pt x="1406" y="340"/>
                  </a:cubicBezTo>
                  <a:cubicBezTo>
                    <a:pt x="1384" y="307"/>
                    <a:pt x="1350" y="262"/>
                    <a:pt x="1306" y="229"/>
                  </a:cubicBezTo>
                  <a:cubicBezTo>
                    <a:pt x="1157" y="75"/>
                    <a:pt x="962" y="1"/>
                    <a:pt x="768" y="1"/>
                  </a:cubicBez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1"/>
            <p:cNvSpPr/>
            <p:nvPr/>
          </p:nvSpPr>
          <p:spPr>
            <a:xfrm>
              <a:off x="1472200" y="-3028150"/>
              <a:ext cx="522225" cy="509375"/>
            </a:xfrm>
            <a:custGeom>
              <a:rect b="b" l="l" r="r" t="t"/>
              <a:pathLst>
                <a:path extrusionOk="0" h="20375" w="20889">
                  <a:moveTo>
                    <a:pt x="19848" y="0"/>
                  </a:moveTo>
                  <a:cubicBezTo>
                    <a:pt x="19750" y="0"/>
                    <a:pt x="19647" y="20"/>
                    <a:pt x="19541" y="64"/>
                  </a:cubicBezTo>
                  <a:cubicBezTo>
                    <a:pt x="18760" y="388"/>
                    <a:pt x="18994" y="1537"/>
                    <a:pt x="19842" y="1537"/>
                  </a:cubicBezTo>
                  <a:cubicBezTo>
                    <a:pt x="20043" y="1537"/>
                    <a:pt x="20233" y="1459"/>
                    <a:pt x="20378" y="1314"/>
                  </a:cubicBezTo>
                  <a:cubicBezTo>
                    <a:pt x="20888" y="794"/>
                    <a:pt x="20468" y="0"/>
                    <a:pt x="19848" y="0"/>
                  </a:cubicBezTo>
                  <a:close/>
                  <a:moveTo>
                    <a:pt x="16078" y="3761"/>
                  </a:moveTo>
                  <a:cubicBezTo>
                    <a:pt x="15972" y="3761"/>
                    <a:pt x="15860" y="3784"/>
                    <a:pt x="15747" y="3836"/>
                  </a:cubicBezTo>
                  <a:cubicBezTo>
                    <a:pt x="14999" y="4182"/>
                    <a:pt x="15245" y="5309"/>
                    <a:pt x="16070" y="5309"/>
                  </a:cubicBezTo>
                  <a:cubicBezTo>
                    <a:pt x="16294" y="5309"/>
                    <a:pt x="16506" y="5209"/>
                    <a:pt x="16651" y="5030"/>
                  </a:cubicBezTo>
                  <a:cubicBezTo>
                    <a:pt x="17105" y="4500"/>
                    <a:pt x="16676" y="3761"/>
                    <a:pt x="16078" y="3761"/>
                  </a:cubicBezTo>
                  <a:close/>
                  <a:moveTo>
                    <a:pt x="12319" y="7533"/>
                  </a:moveTo>
                  <a:cubicBezTo>
                    <a:pt x="12220" y="7533"/>
                    <a:pt x="12115" y="7553"/>
                    <a:pt x="12008" y="7597"/>
                  </a:cubicBezTo>
                  <a:cubicBezTo>
                    <a:pt x="11238" y="7921"/>
                    <a:pt x="11462" y="9070"/>
                    <a:pt x="12310" y="9070"/>
                  </a:cubicBezTo>
                  <a:cubicBezTo>
                    <a:pt x="12511" y="9070"/>
                    <a:pt x="12700" y="8992"/>
                    <a:pt x="12845" y="8847"/>
                  </a:cubicBezTo>
                  <a:cubicBezTo>
                    <a:pt x="13356" y="8327"/>
                    <a:pt x="12944" y="7533"/>
                    <a:pt x="12319" y="7533"/>
                  </a:cubicBezTo>
                  <a:close/>
                  <a:moveTo>
                    <a:pt x="8545" y="11293"/>
                  </a:moveTo>
                  <a:cubicBezTo>
                    <a:pt x="8439" y="11293"/>
                    <a:pt x="8327" y="11317"/>
                    <a:pt x="8214" y="11369"/>
                  </a:cubicBezTo>
                  <a:cubicBezTo>
                    <a:pt x="7466" y="11715"/>
                    <a:pt x="7712" y="12842"/>
                    <a:pt x="8538" y="12842"/>
                  </a:cubicBezTo>
                  <a:cubicBezTo>
                    <a:pt x="8761" y="12842"/>
                    <a:pt x="8973" y="12742"/>
                    <a:pt x="9118" y="12563"/>
                  </a:cubicBezTo>
                  <a:cubicBezTo>
                    <a:pt x="9573" y="12033"/>
                    <a:pt x="9143" y="11293"/>
                    <a:pt x="8545" y="11293"/>
                  </a:cubicBezTo>
                  <a:close/>
                  <a:moveTo>
                    <a:pt x="4784" y="15066"/>
                  </a:moveTo>
                  <a:cubicBezTo>
                    <a:pt x="4686" y="15066"/>
                    <a:pt x="4582" y="15086"/>
                    <a:pt x="4476" y="15130"/>
                  </a:cubicBezTo>
                  <a:cubicBezTo>
                    <a:pt x="3706" y="15442"/>
                    <a:pt x="3929" y="16603"/>
                    <a:pt x="4777" y="16603"/>
                  </a:cubicBezTo>
                  <a:cubicBezTo>
                    <a:pt x="4978" y="16603"/>
                    <a:pt x="5168" y="16525"/>
                    <a:pt x="5313" y="16380"/>
                  </a:cubicBezTo>
                  <a:cubicBezTo>
                    <a:pt x="5824" y="15868"/>
                    <a:pt x="5410" y="15066"/>
                    <a:pt x="4784" y="15066"/>
                  </a:cubicBezTo>
                  <a:close/>
                  <a:moveTo>
                    <a:pt x="991" y="18820"/>
                  </a:moveTo>
                  <a:cubicBezTo>
                    <a:pt x="795" y="18820"/>
                    <a:pt x="593" y="18903"/>
                    <a:pt x="425" y="19102"/>
                  </a:cubicBezTo>
                  <a:cubicBezTo>
                    <a:pt x="1" y="19605"/>
                    <a:pt x="347" y="20363"/>
                    <a:pt x="1005" y="20375"/>
                  </a:cubicBezTo>
                  <a:cubicBezTo>
                    <a:pt x="1228" y="20375"/>
                    <a:pt x="1440" y="20274"/>
                    <a:pt x="1585" y="20096"/>
                  </a:cubicBezTo>
                  <a:cubicBezTo>
                    <a:pt x="2084" y="19523"/>
                    <a:pt x="1562" y="18820"/>
                    <a:pt x="991" y="18820"/>
                  </a:cubicBez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1"/>
            <p:cNvSpPr/>
            <p:nvPr/>
          </p:nvSpPr>
          <p:spPr>
            <a:xfrm>
              <a:off x="1384050" y="-2463000"/>
              <a:ext cx="38250" cy="38250"/>
            </a:xfrm>
            <a:custGeom>
              <a:rect b="b" l="l" r="r" t="t"/>
              <a:pathLst>
                <a:path extrusionOk="0" h="1530" w="1530">
                  <a:moveTo>
                    <a:pt x="770" y="1"/>
                  </a:moveTo>
                  <a:cubicBezTo>
                    <a:pt x="346" y="1"/>
                    <a:pt x="0" y="335"/>
                    <a:pt x="0" y="759"/>
                  </a:cubicBezTo>
                  <a:cubicBezTo>
                    <a:pt x="0" y="1183"/>
                    <a:pt x="346" y="1529"/>
                    <a:pt x="770" y="1529"/>
                  </a:cubicBezTo>
                  <a:cubicBezTo>
                    <a:pt x="971" y="1529"/>
                    <a:pt x="1161" y="1451"/>
                    <a:pt x="1306" y="1306"/>
                  </a:cubicBezTo>
                  <a:cubicBezTo>
                    <a:pt x="1339" y="1273"/>
                    <a:pt x="1373" y="1228"/>
                    <a:pt x="1406" y="1195"/>
                  </a:cubicBezTo>
                  <a:cubicBezTo>
                    <a:pt x="1429" y="1150"/>
                    <a:pt x="1451" y="1094"/>
                    <a:pt x="1473" y="1050"/>
                  </a:cubicBezTo>
                  <a:cubicBezTo>
                    <a:pt x="1496" y="1005"/>
                    <a:pt x="1507" y="960"/>
                    <a:pt x="1518" y="916"/>
                  </a:cubicBezTo>
                  <a:cubicBezTo>
                    <a:pt x="1529" y="860"/>
                    <a:pt x="1529" y="815"/>
                    <a:pt x="1529" y="759"/>
                  </a:cubicBezTo>
                  <a:cubicBezTo>
                    <a:pt x="1529" y="335"/>
                    <a:pt x="1183" y="1"/>
                    <a:pt x="770" y="1"/>
                  </a:cubicBez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1"/>
            <p:cNvSpPr/>
            <p:nvPr/>
          </p:nvSpPr>
          <p:spPr>
            <a:xfrm>
              <a:off x="1108400" y="-3240375"/>
              <a:ext cx="38250" cy="38650"/>
            </a:xfrm>
            <a:custGeom>
              <a:rect b="b" l="l" r="r" t="t"/>
              <a:pathLst>
                <a:path extrusionOk="0" h="1546" w="1530">
                  <a:moveTo>
                    <a:pt x="763" y="0"/>
                  </a:moveTo>
                  <a:cubicBezTo>
                    <a:pt x="568" y="0"/>
                    <a:pt x="373" y="75"/>
                    <a:pt x="224" y="228"/>
                  </a:cubicBezTo>
                  <a:cubicBezTo>
                    <a:pt x="190" y="262"/>
                    <a:pt x="157" y="295"/>
                    <a:pt x="123" y="340"/>
                  </a:cubicBezTo>
                  <a:cubicBezTo>
                    <a:pt x="101" y="385"/>
                    <a:pt x="79" y="429"/>
                    <a:pt x="57" y="485"/>
                  </a:cubicBezTo>
                  <a:cubicBezTo>
                    <a:pt x="34" y="530"/>
                    <a:pt x="23" y="574"/>
                    <a:pt x="12" y="619"/>
                  </a:cubicBezTo>
                  <a:cubicBezTo>
                    <a:pt x="1" y="664"/>
                    <a:pt x="1" y="719"/>
                    <a:pt x="1" y="775"/>
                  </a:cubicBezTo>
                  <a:cubicBezTo>
                    <a:pt x="1" y="820"/>
                    <a:pt x="1" y="865"/>
                    <a:pt x="12" y="920"/>
                  </a:cubicBezTo>
                  <a:cubicBezTo>
                    <a:pt x="23" y="965"/>
                    <a:pt x="34" y="1010"/>
                    <a:pt x="57" y="1054"/>
                  </a:cubicBezTo>
                  <a:cubicBezTo>
                    <a:pt x="79" y="1110"/>
                    <a:pt x="101" y="1155"/>
                    <a:pt x="123" y="1199"/>
                  </a:cubicBezTo>
                  <a:cubicBezTo>
                    <a:pt x="269" y="1411"/>
                    <a:pt x="503" y="1534"/>
                    <a:pt x="760" y="1545"/>
                  </a:cubicBezTo>
                  <a:cubicBezTo>
                    <a:pt x="972" y="1534"/>
                    <a:pt x="1161" y="1456"/>
                    <a:pt x="1306" y="1311"/>
                  </a:cubicBezTo>
                  <a:cubicBezTo>
                    <a:pt x="1340" y="1277"/>
                    <a:pt x="1373" y="1244"/>
                    <a:pt x="1407" y="1199"/>
                  </a:cubicBezTo>
                  <a:cubicBezTo>
                    <a:pt x="1429" y="1155"/>
                    <a:pt x="1451" y="1110"/>
                    <a:pt x="1474" y="1054"/>
                  </a:cubicBezTo>
                  <a:cubicBezTo>
                    <a:pt x="1496" y="1010"/>
                    <a:pt x="1507" y="965"/>
                    <a:pt x="1518" y="920"/>
                  </a:cubicBezTo>
                  <a:cubicBezTo>
                    <a:pt x="1530" y="865"/>
                    <a:pt x="1530" y="820"/>
                    <a:pt x="1530" y="775"/>
                  </a:cubicBezTo>
                  <a:cubicBezTo>
                    <a:pt x="1530" y="719"/>
                    <a:pt x="1530" y="664"/>
                    <a:pt x="1518" y="619"/>
                  </a:cubicBezTo>
                  <a:cubicBezTo>
                    <a:pt x="1507" y="574"/>
                    <a:pt x="1496" y="530"/>
                    <a:pt x="1474" y="485"/>
                  </a:cubicBezTo>
                  <a:cubicBezTo>
                    <a:pt x="1451" y="429"/>
                    <a:pt x="1429" y="385"/>
                    <a:pt x="1407" y="340"/>
                  </a:cubicBezTo>
                  <a:cubicBezTo>
                    <a:pt x="1252" y="117"/>
                    <a:pt x="1007" y="0"/>
                    <a:pt x="763" y="0"/>
                  </a:cubicBez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1"/>
            <p:cNvSpPr/>
            <p:nvPr/>
          </p:nvSpPr>
          <p:spPr>
            <a:xfrm>
              <a:off x="537050" y="-3146175"/>
              <a:ext cx="522775" cy="509125"/>
            </a:xfrm>
            <a:custGeom>
              <a:rect b="b" l="l" r="r" t="t"/>
              <a:pathLst>
                <a:path extrusionOk="0" h="20365" w="20911">
                  <a:moveTo>
                    <a:pt x="19870" y="1"/>
                  </a:moveTo>
                  <a:cubicBezTo>
                    <a:pt x="19772" y="1"/>
                    <a:pt x="19668" y="21"/>
                    <a:pt x="19563" y="65"/>
                  </a:cubicBezTo>
                  <a:cubicBezTo>
                    <a:pt x="18782" y="377"/>
                    <a:pt x="19016" y="1538"/>
                    <a:pt x="19853" y="1538"/>
                  </a:cubicBezTo>
                  <a:cubicBezTo>
                    <a:pt x="20054" y="1538"/>
                    <a:pt x="20255" y="1460"/>
                    <a:pt x="20400" y="1315"/>
                  </a:cubicBezTo>
                  <a:cubicBezTo>
                    <a:pt x="20910" y="795"/>
                    <a:pt x="20490" y="1"/>
                    <a:pt x="19870" y="1"/>
                  </a:cubicBezTo>
                  <a:close/>
                  <a:moveTo>
                    <a:pt x="16100" y="3761"/>
                  </a:moveTo>
                  <a:cubicBezTo>
                    <a:pt x="15993" y="3761"/>
                    <a:pt x="15882" y="3785"/>
                    <a:pt x="15768" y="3837"/>
                  </a:cubicBezTo>
                  <a:cubicBezTo>
                    <a:pt x="15021" y="4183"/>
                    <a:pt x="15266" y="5299"/>
                    <a:pt x="16092" y="5299"/>
                  </a:cubicBezTo>
                  <a:lnTo>
                    <a:pt x="16081" y="5310"/>
                  </a:lnTo>
                  <a:cubicBezTo>
                    <a:pt x="16315" y="5310"/>
                    <a:pt x="16527" y="5209"/>
                    <a:pt x="16672" y="5031"/>
                  </a:cubicBezTo>
                  <a:cubicBezTo>
                    <a:pt x="17127" y="4500"/>
                    <a:pt x="16697" y="3761"/>
                    <a:pt x="16100" y="3761"/>
                  </a:cubicBezTo>
                  <a:close/>
                  <a:moveTo>
                    <a:pt x="12329" y="7526"/>
                  </a:moveTo>
                  <a:cubicBezTo>
                    <a:pt x="12233" y="7526"/>
                    <a:pt x="12133" y="7545"/>
                    <a:pt x="12030" y="7586"/>
                  </a:cubicBezTo>
                  <a:cubicBezTo>
                    <a:pt x="11249" y="7910"/>
                    <a:pt x="11483" y="9071"/>
                    <a:pt x="12320" y="9071"/>
                  </a:cubicBezTo>
                  <a:cubicBezTo>
                    <a:pt x="12521" y="9071"/>
                    <a:pt x="12722" y="8993"/>
                    <a:pt x="12867" y="8847"/>
                  </a:cubicBezTo>
                  <a:cubicBezTo>
                    <a:pt x="13380" y="8325"/>
                    <a:pt x="12953" y="7526"/>
                    <a:pt x="12329" y="7526"/>
                  </a:cubicBezTo>
                  <a:close/>
                  <a:moveTo>
                    <a:pt x="8567" y="11294"/>
                  </a:moveTo>
                  <a:cubicBezTo>
                    <a:pt x="8461" y="11294"/>
                    <a:pt x="8349" y="11317"/>
                    <a:pt x="8236" y="11369"/>
                  </a:cubicBezTo>
                  <a:cubicBezTo>
                    <a:pt x="7488" y="11715"/>
                    <a:pt x="7734" y="12831"/>
                    <a:pt x="8559" y="12831"/>
                  </a:cubicBezTo>
                  <a:lnTo>
                    <a:pt x="8548" y="12843"/>
                  </a:lnTo>
                  <a:cubicBezTo>
                    <a:pt x="8783" y="12831"/>
                    <a:pt x="8995" y="12742"/>
                    <a:pt x="9140" y="12564"/>
                  </a:cubicBezTo>
                  <a:cubicBezTo>
                    <a:pt x="9594" y="12033"/>
                    <a:pt x="9165" y="11294"/>
                    <a:pt x="8567" y="11294"/>
                  </a:cubicBezTo>
                  <a:close/>
                  <a:moveTo>
                    <a:pt x="4802" y="15066"/>
                  </a:moveTo>
                  <a:cubicBezTo>
                    <a:pt x="4705" y="15066"/>
                    <a:pt x="4602" y="15086"/>
                    <a:pt x="4497" y="15130"/>
                  </a:cubicBezTo>
                  <a:cubicBezTo>
                    <a:pt x="3716" y="15443"/>
                    <a:pt x="3951" y="16603"/>
                    <a:pt x="4788" y="16603"/>
                  </a:cubicBezTo>
                  <a:cubicBezTo>
                    <a:pt x="4988" y="16603"/>
                    <a:pt x="5189" y="16525"/>
                    <a:pt x="5334" y="16380"/>
                  </a:cubicBezTo>
                  <a:cubicBezTo>
                    <a:pt x="5845" y="15869"/>
                    <a:pt x="5423" y="15066"/>
                    <a:pt x="4802" y="15066"/>
                  </a:cubicBezTo>
                  <a:close/>
                  <a:moveTo>
                    <a:pt x="1018" y="18818"/>
                  </a:moveTo>
                  <a:cubicBezTo>
                    <a:pt x="838" y="18818"/>
                    <a:pt x="649" y="18889"/>
                    <a:pt x="480" y="19058"/>
                  </a:cubicBezTo>
                  <a:cubicBezTo>
                    <a:pt x="0" y="19538"/>
                    <a:pt x="335" y="20364"/>
                    <a:pt x="1027" y="20364"/>
                  </a:cubicBezTo>
                  <a:cubicBezTo>
                    <a:pt x="1228" y="20364"/>
                    <a:pt x="1417" y="20286"/>
                    <a:pt x="1562" y="20141"/>
                  </a:cubicBezTo>
                  <a:cubicBezTo>
                    <a:pt x="2119" y="19585"/>
                    <a:pt x="1612" y="18818"/>
                    <a:pt x="1018" y="18818"/>
                  </a:cubicBez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p1"/>
            <p:cNvSpPr/>
            <p:nvPr/>
          </p:nvSpPr>
          <p:spPr>
            <a:xfrm>
              <a:off x="449150" y="-2581150"/>
              <a:ext cx="38250" cy="38375"/>
            </a:xfrm>
            <a:custGeom>
              <a:rect b="b" l="l" r="r" t="t"/>
              <a:pathLst>
                <a:path extrusionOk="0" h="1535" w="1530">
                  <a:moveTo>
                    <a:pt x="771" y="0"/>
                  </a:moveTo>
                  <a:cubicBezTo>
                    <a:pt x="721" y="0"/>
                    <a:pt x="670" y="6"/>
                    <a:pt x="626" y="17"/>
                  </a:cubicBezTo>
                  <a:cubicBezTo>
                    <a:pt x="570" y="28"/>
                    <a:pt x="525" y="40"/>
                    <a:pt x="481" y="62"/>
                  </a:cubicBezTo>
                  <a:cubicBezTo>
                    <a:pt x="436" y="73"/>
                    <a:pt x="380" y="107"/>
                    <a:pt x="347" y="129"/>
                  </a:cubicBezTo>
                  <a:cubicBezTo>
                    <a:pt x="302" y="162"/>
                    <a:pt x="258" y="185"/>
                    <a:pt x="224" y="229"/>
                  </a:cubicBezTo>
                  <a:cubicBezTo>
                    <a:pt x="191" y="263"/>
                    <a:pt x="157" y="296"/>
                    <a:pt x="135" y="341"/>
                  </a:cubicBezTo>
                  <a:cubicBezTo>
                    <a:pt x="101" y="385"/>
                    <a:pt x="79" y="430"/>
                    <a:pt x="57" y="486"/>
                  </a:cubicBezTo>
                  <a:cubicBezTo>
                    <a:pt x="45" y="531"/>
                    <a:pt x="23" y="575"/>
                    <a:pt x="12" y="620"/>
                  </a:cubicBezTo>
                  <a:cubicBezTo>
                    <a:pt x="1" y="664"/>
                    <a:pt x="1" y="720"/>
                    <a:pt x="1" y="776"/>
                  </a:cubicBezTo>
                  <a:cubicBezTo>
                    <a:pt x="1" y="821"/>
                    <a:pt x="1" y="865"/>
                    <a:pt x="12" y="921"/>
                  </a:cubicBezTo>
                  <a:cubicBezTo>
                    <a:pt x="23" y="966"/>
                    <a:pt x="45" y="1010"/>
                    <a:pt x="57" y="1055"/>
                  </a:cubicBezTo>
                  <a:cubicBezTo>
                    <a:pt x="79" y="1100"/>
                    <a:pt x="101" y="1144"/>
                    <a:pt x="135" y="1189"/>
                  </a:cubicBezTo>
                  <a:cubicBezTo>
                    <a:pt x="191" y="1278"/>
                    <a:pt x="258" y="1345"/>
                    <a:pt x="347" y="1401"/>
                  </a:cubicBezTo>
                  <a:cubicBezTo>
                    <a:pt x="380" y="1434"/>
                    <a:pt x="436" y="1457"/>
                    <a:pt x="481" y="1479"/>
                  </a:cubicBezTo>
                  <a:cubicBezTo>
                    <a:pt x="525" y="1490"/>
                    <a:pt x="570" y="1513"/>
                    <a:pt x="626" y="1513"/>
                  </a:cubicBezTo>
                  <a:cubicBezTo>
                    <a:pt x="670" y="1524"/>
                    <a:pt x="715" y="1535"/>
                    <a:pt x="771" y="1535"/>
                  </a:cubicBezTo>
                  <a:cubicBezTo>
                    <a:pt x="815" y="1535"/>
                    <a:pt x="871" y="1524"/>
                    <a:pt x="916" y="1513"/>
                  </a:cubicBezTo>
                  <a:cubicBezTo>
                    <a:pt x="972" y="1513"/>
                    <a:pt x="1016" y="1490"/>
                    <a:pt x="1061" y="1479"/>
                  </a:cubicBezTo>
                  <a:cubicBezTo>
                    <a:pt x="1106" y="1457"/>
                    <a:pt x="1150" y="1434"/>
                    <a:pt x="1195" y="1401"/>
                  </a:cubicBezTo>
                  <a:cubicBezTo>
                    <a:pt x="1273" y="1345"/>
                    <a:pt x="1351" y="1278"/>
                    <a:pt x="1407" y="1189"/>
                  </a:cubicBezTo>
                  <a:cubicBezTo>
                    <a:pt x="1429" y="1144"/>
                    <a:pt x="1452" y="1111"/>
                    <a:pt x="1474" y="1055"/>
                  </a:cubicBezTo>
                  <a:cubicBezTo>
                    <a:pt x="1496" y="1010"/>
                    <a:pt x="1507" y="966"/>
                    <a:pt x="1519" y="921"/>
                  </a:cubicBezTo>
                  <a:cubicBezTo>
                    <a:pt x="1530" y="865"/>
                    <a:pt x="1530" y="821"/>
                    <a:pt x="1530" y="776"/>
                  </a:cubicBezTo>
                  <a:cubicBezTo>
                    <a:pt x="1530" y="720"/>
                    <a:pt x="1530" y="664"/>
                    <a:pt x="1519" y="620"/>
                  </a:cubicBezTo>
                  <a:cubicBezTo>
                    <a:pt x="1507" y="575"/>
                    <a:pt x="1496" y="531"/>
                    <a:pt x="1474" y="486"/>
                  </a:cubicBezTo>
                  <a:cubicBezTo>
                    <a:pt x="1452" y="430"/>
                    <a:pt x="1429" y="385"/>
                    <a:pt x="1407" y="341"/>
                  </a:cubicBezTo>
                  <a:cubicBezTo>
                    <a:pt x="1373" y="296"/>
                    <a:pt x="1340" y="263"/>
                    <a:pt x="1307" y="229"/>
                  </a:cubicBezTo>
                  <a:cubicBezTo>
                    <a:pt x="1273" y="185"/>
                    <a:pt x="1228" y="162"/>
                    <a:pt x="1195" y="129"/>
                  </a:cubicBezTo>
                  <a:cubicBezTo>
                    <a:pt x="1150" y="107"/>
                    <a:pt x="1106" y="84"/>
                    <a:pt x="1061" y="62"/>
                  </a:cubicBezTo>
                  <a:cubicBezTo>
                    <a:pt x="1016" y="40"/>
                    <a:pt x="972" y="28"/>
                    <a:pt x="916" y="17"/>
                  </a:cubicBezTo>
                  <a:cubicBezTo>
                    <a:pt x="871" y="6"/>
                    <a:pt x="821" y="0"/>
                    <a:pt x="771" y="0"/>
                  </a:cubicBez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 name="Google Shape;89;p1"/>
            <p:cNvSpPr/>
            <p:nvPr/>
          </p:nvSpPr>
          <p:spPr>
            <a:xfrm>
              <a:off x="1636250" y="-2122350"/>
              <a:ext cx="136725" cy="25125"/>
            </a:xfrm>
            <a:custGeom>
              <a:rect b="b" l="l" r="r" t="t"/>
              <a:pathLst>
                <a:path extrusionOk="0" h="1005" w="5469">
                  <a:moveTo>
                    <a:pt x="1005" y="0"/>
                  </a:moveTo>
                  <a:lnTo>
                    <a:pt x="0" y="1005"/>
                  </a:lnTo>
                  <a:lnTo>
                    <a:pt x="4464" y="1005"/>
                  </a:lnTo>
                  <a:lnTo>
                    <a:pt x="5469" y="0"/>
                  </a:ln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p1"/>
            <p:cNvSpPr/>
            <p:nvPr/>
          </p:nvSpPr>
          <p:spPr>
            <a:xfrm>
              <a:off x="1711575" y="-2197675"/>
              <a:ext cx="136725" cy="25125"/>
            </a:xfrm>
            <a:custGeom>
              <a:rect b="b" l="l" r="r" t="t"/>
              <a:pathLst>
                <a:path extrusionOk="0" h="1005" w="5469">
                  <a:moveTo>
                    <a:pt x="1005" y="0"/>
                  </a:moveTo>
                  <a:lnTo>
                    <a:pt x="1" y="1005"/>
                  </a:lnTo>
                  <a:lnTo>
                    <a:pt x="4464" y="1005"/>
                  </a:lnTo>
                  <a:lnTo>
                    <a:pt x="5469" y="0"/>
                  </a:ln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p1"/>
            <p:cNvSpPr/>
            <p:nvPr/>
          </p:nvSpPr>
          <p:spPr>
            <a:xfrm>
              <a:off x="1786900" y="-2273000"/>
              <a:ext cx="137000" cy="25125"/>
            </a:xfrm>
            <a:custGeom>
              <a:rect b="b" l="l" r="r" t="t"/>
              <a:pathLst>
                <a:path extrusionOk="0" h="1005" w="5480">
                  <a:moveTo>
                    <a:pt x="1005" y="0"/>
                  </a:moveTo>
                  <a:lnTo>
                    <a:pt x="1" y="1004"/>
                  </a:lnTo>
                  <a:lnTo>
                    <a:pt x="4464" y="1004"/>
                  </a:lnTo>
                  <a:lnTo>
                    <a:pt x="5480" y="0"/>
                  </a:ln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 name="Google Shape;92;p1"/>
            <p:cNvSpPr/>
            <p:nvPr/>
          </p:nvSpPr>
          <p:spPr>
            <a:xfrm>
              <a:off x="1862225" y="-2348325"/>
              <a:ext cx="137000" cy="25125"/>
            </a:xfrm>
            <a:custGeom>
              <a:rect b="b" l="l" r="r" t="t"/>
              <a:pathLst>
                <a:path extrusionOk="0" h="1005" w="5480">
                  <a:moveTo>
                    <a:pt x="1005" y="0"/>
                  </a:moveTo>
                  <a:lnTo>
                    <a:pt x="1" y="1004"/>
                  </a:lnTo>
                  <a:lnTo>
                    <a:pt x="4476" y="1004"/>
                  </a:lnTo>
                  <a:lnTo>
                    <a:pt x="5480" y="0"/>
                  </a:ln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 name="Google Shape;93;p1"/>
            <p:cNvSpPr/>
            <p:nvPr/>
          </p:nvSpPr>
          <p:spPr>
            <a:xfrm>
              <a:off x="1937550" y="-2423950"/>
              <a:ext cx="137025" cy="25425"/>
            </a:xfrm>
            <a:custGeom>
              <a:rect b="b" l="l" r="r" t="t"/>
              <a:pathLst>
                <a:path extrusionOk="0" h="1017" w="5481">
                  <a:moveTo>
                    <a:pt x="1016" y="1"/>
                  </a:moveTo>
                  <a:lnTo>
                    <a:pt x="1" y="1016"/>
                  </a:lnTo>
                  <a:lnTo>
                    <a:pt x="4476" y="1016"/>
                  </a:lnTo>
                  <a:lnTo>
                    <a:pt x="5480" y="1"/>
                  </a:ln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 name="Google Shape;94;p1"/>
            <p:cNvSpPr/>
            <p:nvPr/>
          </p:nvSpPr>
          <p:spPr>
            <a:xfrm>
              <a:off x="2013150" y="-2499275"/>
              <a:ext cx="136750" cy="25150"/>
            </a:xfrm>
            <a:custGeom>
              <a:rect b="b" l="l" r="r" t="t"/>
              <a:pathLst>
                <a:path extrusionOk="0" h="1006" w="5470">
                  <a:moveTo>
                    <a:pt x="1005" y="1"/>
                  </a:moveTo>
                  <a:lnTo>
                    <a:pt x="1" y="1005"/>
                  </a:lnTo>
                  <a:lnTo>
                    <a:pt x="4465" y="1005"/>
                  </a:lnTo>
                  <a:lnTo>
                    <a:pt x="5469" y="1"/>
                  </a:ln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 name="Google Shape;95;p1"/>
            <p:cNvSpPr/>
            <p:nvPr/>
          </p:nvSpPr>
          <p:spPr>
            <a:xfrm>
              <a:off x="2088500" y="-2574600"/>
              <a:ext cx="136725" cy="25150"/>
            </a:xfrm>
            <a:custGeom>
              <a:rect b="b" l="l" r="r" t="t"/>
              <a:pathLst>
                <a:path extrusionOk="0" h="1006" w="5469">
                  <a:moveTo>
                    <a:pt x="1004" y="1"/>
                  </a:moveTo>
                  <a:lnTo>
                    <a:pt x="0" y="1005"/>
                  </a:lnTo>
                  <a:lnTo>
                    <a:pt x="4464" y="1005"/>
                  </a:lnTo>
                  <a:lnTo>
                    <a:pt x="5468" y="1"/>
                  </a:ln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 name="Google Shape;96;p1"/>
            <p:cNvSpPr/>
            <p:nvPr/>
          </p:nvSpPr>
          <p:spPr>
            <a:xfrm>
              <a:off x="463950" y="-2710950"/>
              <a:ext cx="548500" cy="546775"/>
            </a:xfrm>
            <a:custGeom>
              <a:rect b="b" l="l" r="r" t="t"/>
              <a:pathLst>
                <a:path extrusionOk="0" h="21871" w="21940">
                  <a:moveTo>
                    <a:pt x="21785" y="1"/>
                  </a:moveTo>
                  <a:cubicBezTo>
                    <a:pt x="21750" y="1"/>
                    <a:pt x="21717" y="15"/>
                    <a:pt x="21694" y="42"/>
                  </a:cubicBezTo>
                  <a:lnTo>
                    <a:pt x="90" y="21636"/>
                  </a:lnTo>
                  <a:cubicBezTo>
                    <a:pt x="0" y="21725"/>
                    <a:pt x="67" y="21870"/>
                    <a:pt x="190" y="21870"/>
                  </a:cubicBezTo>
                  <a:cubicBezTo>
                    <a:pt x="223" y="21870"/>
                    <a:pt x="268" y="21859"/>
                    <a:pt x="290" y="21837"/>
                  </a:cubicBezTo>
                  <a:lnTo>
                    <a:pt x="21884" y="232"/>
                  </a:lnTo>
                  <a:cubicBezTo>
                    <a:pt x="21940" y="176"/>
                    <a:pt x="21940" y="87"/>
                    <a:pt x="21884" y="42"/>
                  </a:cubicBezTo>
                  <a:cubicBezTo>
                    <a:pt x="21856" y="15"/>
                    <a:pt x="21820" y="1"/>
                    <a:pt x="21785" y="1"/>
                  </a:cubicBez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 name="Google Shape;97;p1"/>
            <p:cNvSpPr/>
            <p:nvPr/>
          </p:nvSpPr>
          <p:spPr>
            <a:xfrm>
              <a:off x="942975" y="-1800075"/>
              <a:ext cx="549225" cy="547350"/>
            </a:xfrm>
            <a:custGeom>
              <a:rect b="b" l="l" r="r" t="t"/>
              <a:pathLst>
                <a:path extrusionOk="0" h="21894" w="21969">
                  <a:moveTo>
                    <a:pt x="21761" y="1"/>
                  </a:moveTo>
                  <a:cubicBezTo>
                    <a:pt x="21726" y="1"/>
                    <a:pt x="21690" y="16"/>
                    <a:pt x="21661" y="54"/>
                  </a:cubicBezTo>
                  <a:lnTo>
                    <a:pt x="56" y="21659"/>
                  </a:lnTo>
                  <a:cubicBezTo>
                    <a:pt x="0" y="21704"/>
                    <a:pt x="0" y="21793"/>
                    <a:pt x="56" y="21849"/>
                  </a:cubicBezTo>
                  <a:cubicBezTo>
                    <a:pt x="89" y="21882"/>
                    <a:pt x="123" y="21893"/>
                    <a:pt x="156" y="21893"/>
                  </a:cubicBezTo>
                  <a:cubicBezTo>
                    <a:pt x="190" y="21893"/>
                    <a:pt x="223" y="21882"/>
                    <a:pt x="257" y="21849"/>
                  </a:cubicBezTo>
                  <a:lnTo>
                    <a:pt x="21850" y="255"/>
                  </a:lnTo>
                  <a:cubicBezTo>
                    <a:pt x="21969" y="154"/>
                    <a:pt x="21869" y="1"/>
                    <a:pt x="21761" y="1"/>
                  </a:cubicBez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 name="Google Shape;98;p1"/>
            <p:cNvSpPr/>
            <p:nvPr/>
          </p:nvSpPr>
          <p:spPr>
            <a:xfrm>
              <a:off x="295725" y="-2356925"/>
              <a:ext cx="548500" cy="547050"/>
            </a:xfrm>
            <a:custGeom>
              <a:rect b="b" l="l" r="r" t="t"/>
              <a:pathLst>
                <a:path extrusionOk="0" h="21882" w="21940">
                  <a:moveTo>
                    <a:pt x="21795" y="1"/>
                  </a:moveTo>
                  <a:cubicBezTo>
                    <a:pt x="21758" y="1"/>
                    <a:pt x="21722" y="15"/>
                    <a:pt x="21694" y="43"/>
                  </a:cubicBezTo>
                  <a:lnTo>
                    <a:pt x="89" y="21647"/>
                  </a:lnTo>
                  <a:cubicBezTo>
                    <a:pt x="0" y="21726"/>
                    <a:pt x="67" y="21882"/>
                    <a:pt x="190" y="21882"/>
                  </a:cubicBezTo>
                  <a:cubicBezTo>
                    <a:pt x="223" y="21882"/>
                    <a:pt x="268" y="21871"/>
                    <a:pt x="290" y="21837"/>
                  </a:cubicBezTo>
                  <a:lnTo>
                    <a:pt x="21895" y="244"/>
                  </a:lnTo>
                  <a:cubicBezTo>
                    <a:pt x="21940" y="188"/>
                    <a:pt x="21940" y="99"/>
                    <a:pt x="21895" y="43"/>
                  </a:cubicBezTo>
                  <a:cubicBezTo>
                    <a:pt x="21867" y="15"/>
                    <a:pt x="21831" y="1"/>
                    <a:pt x="21795" y="1"/>
                  </a:cubicBez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 name="Google Shape;99;p1"/>
            <p:cNvSpPr/>
            <p:nvPr/>
          </p:nvSpPr>
          <p:spPr>
            <a:xfrm>
              <a:off x="1774900" y="-1975200"/>
              <a:ext cx="248600" cy="239275"/>
            </a:xfrm>
            <a:custGeom>
              <a:rect b="b" l="l" r="r" t="t"/>
              <a:pathLst>
                <a:path extrusionOk="0" h="9571" w="9944">
                  <a:moveTo>
                    <a:pt x="5168" y="285"/>
                  </a:moveTo>
                  <a:cubicBezTo>
                    <a:pt x="7656" y="285"/>
                    <a:pt x="9665" y="2294"/>
                    <a:pt x="9665" y="4783"/>
                  </a:cubicBezTo>
                  <a:cubicBezTo>
                    <a:pt x="9665" y="6613"/>
                    <a:pt x="8571" y="8253"/>
                    <a:pt x="6886" y="8945"/>
                  </a:cubicBezTo>
                  <a:cubicBezTo>
                    <a:pt x="6328" y="9178"/>
                    <a:pt x="5742" y="9291"/>
                    <a:pt x="5161" y="9291"/>
                  </a:cubicBezTo>
                  <a:cubicBezTo>
                    <a:pt x="3991" y="9291"/>
                    <a:pt x="2841" y="8832"/>
                    <a:pt x="1976" y="7974"/>
                  </a:cubicBezTo>
                  <a:cubicBezTo>
                    <a:pt x="693" y="6680"/>
                    <a:pt x="302" y="4749"/>
                    <a:pt x="1005" y="3064"/>
                  </a:cubicBezTo>
                  <a:cubicBezTo>
                    <a:pt x="1697" y="1379"/>
                    <a:pt x="3349" y="285"/>
                    <a:pt x="5168" y="285"/>
                  </a:cubicBezTo>
                  <a:close/>
                  <a:moveTo>
                    <a:pt x="5165" y="0"/>
                  </a:moveTo>
                  <a:cubicBezTo>
                    <a:pt x="3920" y="0"/>
                    <a:pt x="2696" y="484"/>
                    <a:pt x="1786" y="1401"/>
                  </a:cubicBezTo>
                  <a:cubicBezTo>
                    <a:pt x="414" y="2774"/>
                    <a:pt x="1" y="4827"/>
                    <a:pt x="748" y="6613"/>
                  </a:cubicBezTo>
                  <a:cubicBezTo>
                    <a:pt x="1485" y="8398"/>
                    <a:pt x="3226" y="9570"/>
                    <a:pt x="5168" y="9570"/>
                  </a:cubicBezTo>
                  <a:cubicBezTo>
                    <a:pt x="7801" y="9559"/>
                    <a:pt x="9944" y="7427"/>
                    <a:pt x="9944" y="4783"/>
                  </a:cubicBezTo>
                  <a:cubicBezTo>
                    <a:pt x="9944" y="2852"/>
                    <a:pt x="8783" y="1111"/>
                    <a:pt x="6998" y="364"/>
                  </a:cubicBezTo>
                  <a:cubicBezTo>
                    <a:pt x="6406" y="119"/>
                    <a:pt x="5783" y="0"/>
                    <a:pt x="5165" y="0"/>
                  </a:cubicBez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 name="Google Shape;100;p1"/>
            <p:cNvSpPr/>
            <p:nvPr/>
          </p:nvSpPr>
          <p:spPr>
            <a:xfrm>
              <a:off x="1850800" y="-1908650"/>
              <a:ext cx="106300" cy="106325"/>
            </a:xfrm>
            <a:custGeom>
              <a:rect b="b" l="l" r="r" t="t"/>
              <a:pathLst>
                <a:path extrusionOk="0" h="4253" w="4252">
                  <a:moveTo>
                    <a:pt x="2132" y="0"/>
                  </a:moveTo>
                  <a:cubicBezTo>
                    <a:pt x="960" y="0"/>
                    <a:pt x="0" y="949"/>
                    <a:pt x="0" y="2121"/>
                  </a:cubicBezTo>
                  <a:cubicBezTo>
                    <a:pt x="0" y="3304"/>
                    <a:pt x="960" y="4252"/>
                    <a:pt x="2132" y="4252"/>
                  </a:cubicBezTo>
                  <a:cubicBezTo>
                    <a:pt x="3303" y="4252"/>
                    <a:pt x="4252" y="3304"/>
                    <a:pt x="4252" y="2121"/>
                  </a:cubicBezTo>
                  <a:cubicBezTo>
                    <a:pt x="4252" y="949"/>
                    <a:pt x="3303" y="0"/>
                    <a:pt x="2132" y="0"/>
                  </a:cubicBez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p1"/>
            <p:cNvSpPr/>
            <p:nvPr/>
          </p:nvSpPr>
          <p:spPr>
            <a:xfrm>
              <a:off x="735125" y="-2028925"/>
              <a:ext cx="184150" cy="157950"/>
            </a:xfrm>
            <a:custGeom>
              <a:rect b="b" l="l" r="r" t="t"/>
              <a:pathLst>
                <a:path extrusionOk="0" h="6318" w="7366">
                  <a:moveTo>
                    <a:pt x="4219" y="292"/>
                  </a:moveTo>
                  <a:cubicBezTo>
                    <a:pt x="5803" y="292"/>
                    <a:pt x="7087" y="1575"/>
                    <a:pt x="7087" y="3171"/>
                  </a:cubicBezTo>
                  <a:cubicBezTo>
                    <a:pt x="7087" y="4901"/>
                    <a:pt x="5670" y="6048"/>
                    <a:pt x="4191" y="6048"/>
                  </a:cubicBezTo>
                  <a:cubicBezTo>
                    <a:pt x="3485" y="6048"/>
                    <a:pt x="2764" y="5786"/>
                    <a:pt x="2176" y="5202"/>
                  </a:cubicBezTo>
                  <a:cubicBezTo>
                    <a:pt x="369" y="3383"/>
                    <a:pt x="1652" y="292"/>
                    <a:pt x="4219" y="292"/>
                  </a:cubicBezTo>
                  <a:close/>
                  <a:moveTo>
                    <a:pt x="4186" y="1"/>
                  </a:moveTo>
                  <a:cubicBezTo>
                    <a:pt x="3414" y="1"/>
                    <a:pt x="2627" y="287"/>
                    <a:pt x="1987" y="928"/>
                  </a:cubicBezTo>
                  <a:cubicBezTo>
                    <a:pt x="0" y="2925"/>
                    <a:pt x="1406" y="6318"/>
                    <a:pt x="4219" y="6318"/>
                  </a:cubicBezTo>
                  <a:cubicBezTo>
                    <a:pt x="5959" y="6318"/>
                    <a:pt x="7366" y="4912"/>
                    <a:pt x="7366" y="3171"/>
                  </a:cubicBezTo>
                  <a:cubicBezTo>
                    <a:pt x="7366" y="1266"/>
                    <a:pt x="5808" y="1"/>
                    <a:pt x="4186" y="1"/>
                  </a:cubicBez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 name="Google Shape;102;p1"/>
            <p:cNvSpPr/>
            <p:nvPr/>
          </p:nvSpPr>
          <p:spPr>
            <a:xfrm>
              <a:off x="803475" y="-1984150"/>
              <a:ext cx="74500" cy="69000"/>
            </a:xfrm>
            <a:custGeom>
              <a:rect b="b" l="l" r="r" t="t"/>
              <a:pathLst>
                <a:path extrusionOk="0" h="2760" w="2980">
                  <a:moveTo>
                    <a:pt x="1486" y="0"/>
                  </a:moveTo>
                  <a:cubicBezTo>
                    <a:pt x="824" y="0"/>
                    <a:pt x="234" y="484"/>
                    <a:pt x="123" y="1157"/>
                  </a:cubicBezTo>
                  <a:cubicBezTo>
                    <a:pt x="0" y="1916"/>
                    <a:pt x="514" y="2619"/>
                    <a:pt x="1273" y="2741"/>
                  </a:cubicBezTo>
                  <a:cubicBezTo>
                    <a:pt x="1347" y="2754"/>
                    <a:pt x="1421" y="2760"/>
                    <a:pt x="1494" y="2760"/>
                  </a:cubicBezTo>
                  <a:cubicBezTo>
                    <a:pt x="2157" y="2760"/>
                    <a:pt x="2747" y="2276"/>
                    <a:pt x="2857" y="1603"/>
                  </a:cubicBezTo>
                  <a:cubicBezTo>
                    <a:pt x="2980" y="844"/>
                    <a:pt x="2467" y="141"/>
                    <a:pt x="1708" y="18"/>
                  </a:cubicBezTo>
                  <a:cubicBezTo>
                    <a:pt x="1633" y="6"/>
                    <a:pt x="1559" y="0"/>
                    <a:pt x="1486" y="0"/>
                  </a:cubicBez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id="103" name="Google Shape;103;p1"/>
          <p:cNvPicPr preferRelativeResize="0"/>
          <p:nvPr/>
        </p:nvPicPr>
        <p:blipFill rotWithShape="1">
          <a:blip r:embed="rId4">
            <a:alphaModFix/>
          </a:blip>
          <a:srcRect b="0" l="0" r="0" t="0"/>
          <a:stretch/>
        </p:blipFill>
        <p:spPr>
          <a:xfrm>
            <a:off x="8333453" y="0"/>
            <a:ext cx="776978" cy="747218"/>
          </a:xfrm>
          <a:prstGeom prst="rect">
            <a:avLst/>
          </a:prstGeom>
          <a:noFill/>
          <a:ln>
            <a:noFill/>
          </a:ln>
        </p:spPr>
      </p:pic>
      <p:sp>
        <p:nvSpPr>
          <p:cNvPr id="104" name="Google Shape;104;p1"/>
          <p:cNvSpPr txBox="1"/>
          <p:nvPr/>
        </p:nvSpPr>
        <p:spPr>
          <a:xfrm flipH="1">
            <a:off x="157950" y="1979825"/>
            <a:ext cx="4557600" cy="2481900"/>
          </a:xfrm>
          <a:prstGeom prst="rect">
            <a:avLst/>
          </a:prstGeom>
          <a:solidFill>
            <a:schemeClr val="lt1"/>
          </a:solidFill>
          <a:ln>
            <a:noFill/>
          </a:ln>
        </p:spPr>
        <p:txBody>
          <a:bodyPr anchorCtr="0" anchor="t" bIns="0" lIns="91425" spcFirstLastPara="1" rIns="91425" wrap="square" tIns="0">
            <a:noAutofit/>
          </a:bodyPr>
          <a:lstStyle/>
          <a:p>
            <a:pPr indent="0" lvl="0" marL="0" marR="0" rtl="0" algn="l">
              <a:lnSpc>
                <a:spcPct val="100000"/>
              </a:lnSpc>
              <a:spcBef>
                <a:spcPts val="0"/>
              </a:spcBef>
              <a:spcAft>
                <a:spcPts val="0"/>
              </a:spcAft>
              <a:buClr>
                <a:schemeClr val="dk1"/>
              </a:buClr>
              <a:buSzPts val="2800"/>
              <a:buFont typeface="Arial"/>
              <a:buNone/>
            </a:pPr>
            <a:r>
              <a:rPr i="0" lang="en-US" u="none" cap="none" strike="noStrike">
                <a:solidFill>
                  <a:schemeClr val="accent4"/>
                </a:solidFill>
                <a:latin typeface="Montserrat Medium"/>
                <a:ea typeface="Montserrat Medium"/>
                <a:cs typeface="Montserrat Medium"/>
                <a:sym typeface="Montserrat Medium"/>
              </a:rPr>
              <a:t>Name of Faculty</a:t>
            </a:r>
            <a:r>
              <a:rPr lang="en-US">
                <a:solidFill>
                  <a:schemeClr val="accent4"/>
                </a:solidFill>
                <a:latin typeface="Montserrat Medium"/>
                <a:ea typeface="Montserrat Medium"/>
                <a:cs typeface="Montserrat Medium"/>
                <a:sym typeface="Montserrat Medium"/>
              </a:rPr>
              <a:t>: Dr. Santwana </a:t>
            </a:r>
            <a:r>
              <a:rPr lang="en-US">
                <a:solidFill>
                  <a:schemeClr val="accent4"/>
                </a:solidFill>
                <a:latin typeface="Montserrat Medium"/>
                <a:ea typeface="Montserrat Medium"/>
                <a:cs typeface="Montserrat Medium"/>
                <a:sym typeface="Montserrat Medium"/>
              </a:rPr>
              <a:t>Gudadhe</a:t>
            </a:r>
            <a:endParaRPr>
              <a:solidFill>
                <a:schemeClr val="accent4"/>
              </a:solidFill>
              <a:latin typeface="Montserrat Medium"/>
              <a:ea typeface="Montserrat Medium"/>
              <a:cs typeface="Montserrat Medium"/>
              <a:sym typeface="Montserrat Medium"/>
            </a:endParaRPr>
          </a:p>
          <a:p>
            <a:pPr indent="0" lvl="0" marL="0" marR="0" rtl="0" algn="l">
              <a:lnSpc>
                <a:spcPct val="100000"/>
              </a:lnSpc>
              <a:spcBef>
                <a:spcPts val="0"/>
              </a:spcBef>
              <a:spcAft>
                <a:spcPts val="0"/>
              </a:spcAft>
              <a:buClr>
                <a:schemeClr val="dk1"/>
              </a:buClr>
              <a:buSzPts val="2800"/>
              <a:buFont typeface="Arial"/>
              <a:buNone/>
            </a:pPr>
            <a:r>
              <a:t/>
            </a:r>
            <a:endParaRPr i="0" u="none" cap="none" strike="noStrike">
              <a:solidFill>
                <a:schemeClr val="accent4"/>
              </a:solidFill>
              <a:latin typeface="Montserrat Medium"/>
              <a:ea typeface="Montserrat Medium"/>
              <a:cs typeface="Montserrat Medium"/>
              <a:sym typeface="Montserrat Medium"/>
            </a:endParaRPr>
          </a:p>
          <a:p>
            <a:pPr indent="0" lvl="0" marL="0" marR="0" rtl="0" algn="l">
              <a:lnSpc>
                <a:spcPct val="100000"/>
              </a:lnSpc>
              <a:spcBef>
                <a:spcPts val="0"/>
              </a:spcBef>
              <a:spcAft>
                <a:spcPts val="0"/>
              </a:spcAft>
              <a:buClr>
                <a:schemeClr val="dk1"/>
              </a:buClr>
              <a:buSzPts val="2800"/>
              <a:buFont typeface="Arial"/>
              <a:buNone/>
            </a:pPr>
            <a:r>
              <a:rPr i="0" lang="en-US" u="none" cap="none" strike="noStrike">
                <a:solidFill>
                  <a:schemeClr val="accent4"/>
                </a:solidFill>
                <a:latin typeface="Montserrat Medium"/>
                <a:ea typeface="Montserrat Medium"/>
                <a:cs typeface="Montserrat Medium"/>
                <a:sym typeface="Montserrat Medium"/>
              </a:rPr>
              <a:t>Name of Students with year</a:t>
            </a:r>
            <a:endParaRPr>
              <a:solidFill>
                <a:schemeClr val="accent4"/>
              </a:solidFill>
              <a:latin typeface="Montserrat Medium"/>
              <a:ea typeface="Montserrat Medium"/>
              <a:cs typeface="Montserrat Medium"/>
              <a:sym typeface="Montserrat Medium"/>
            </a:endParaRPr>
          </a:p>
          <a:p>
            <a:pPr indent="0" lvl="0" marL="0" marR="0" rtl="0" algn="l">
              <a:lnSpc>
                <a:spcPct val="100000"/>
              </a:lnSpc>
              <a:spcBef>
                <a:spcPts val="0"/>
              </a:spcBef>
              <a:spcAft>
                <a:spcPts val="0"/>
              </a:spcAft>
              <a:buClr>
                <a:schemeClr val="dk1"/>
              </a:buClr>
              <a:buSzPts val="2800"/>
              <a:buFont typeface="Arial"/>
              <a:buNone/>
            </a:pPr>
            <a:r>
              <a:rPr lang="en-US">
                <a:solidFill>
                  <a:schemeClr val="accent4"/>
                </a:solidFill>
                <a:latin typeface="Montserrat Medium"/>
                <a:ea typeface="Montserrat Medium"/>
                <a:cs typeface="Montserrat Medium"/>
                <a:sym typeface="Montserrat Medium"/>
              </a:rPr>
              <a:t>Ms. Kamaaksha Rajendra Kharul TY </a:t>
            </a:r>
            <a:endParaRPr>
              <a:solidFill>
                <a:schemeClr val="accent4"/>
              </a:solidFill>
              <a:latin typeface="Montserrat Medium"/>
              <a:ea typeface="Montserrat Medium"/>
              <a:cs typeface="Montserrat Medium"/>
              <a:sym typeface="Montserrat Medium"/>
            </a:endParaRPr>
          </a:p>
          <a:p>
            <a:pPr indent="0" lvl="0" marL="0" marR="0" rtl="0" algn="l">
              <a:lnSpc>
                <a:spcPct val="100000"/>
              </a:lnSpc>
              <a:spcBef>
                <a:spcPts val="0"/>
              </a:spcBef>
              <a:spcAft>
                <a:spcPts val="0"/>
              </a:spcAft>
              <a:buClr>
                <a:schemeClr val="dk1"/>
              </a:buClr>
              <a:buSzPts val="2800"/>
              <a:buFont typeface="Arial"/>
              <a:buNone/>
            </a:pPr>
            <a:r>
              <a:rPr lang="en-US">
                <a:solidFill>
                  <a:schemeClr val="accent4"/>
                </a:solidFill>
                <a:latin typeface="Montserrat Medium"/>
                <a:ea typeface="Montserrat Medium"/>
                <a:cs typeface="Montserrat Medium"/>
                <a:sym typeface="Montserrat Medium"/>
              </a:rPr>
              <a:t>Mr. Aakash Trimbak Jawle TY</a:t>
            </a:r>
            <a:endParaRPr>
              <a:solidFill>
                <a:schemeClr val="accent4"/>
              </a:solidFill>
              <a:latin typeface="Montserrat Medium"/>
              <a:ea typeface="Montserrat Medium"/>
              <a:cs typeface="Montserrat Medium"/>
              <a:sym typeface="Montserrat Medium"/>
            </a:endParaRPr>
          </a:p>
          <a:p>
            <a:pPr indent="0" lvl="0" marL="0" marR="0" rtl="0" algn="l">
              <a:lnSpc>
                <a:spcPct val="100000"/>
              </a:lnSpc>
              <a:spcBef>
                <a:spcPts val="0"/>
              </a:spcBef>
              <a:spcAft>
                <a:spcPts val="0"/>
              </a:spcAft>
              <a:buClr>
                <a:schemeClr val="dk1"/>
              </a:buClr>
              <a:buSzPts val="2800"/>
              <a:buFont typeface="Arial"/>
              <a:buNone/>
            </a:pPr>
            <a:r>
              <a:t/>
            </a:r>
            <a:endParaRPr i="0" u="none" cap="none" strike="noStrike">
              <a:solidFill>
                <a:schemeClr val="accent4"/>
              </a:solidFill>
              <a:latin typeface="Montserrat Medium"/>
              <a:ea typeface="Montserrat Medium"/>
              <a:cs typeface="Montserrat Medium"/>
              <a:sym typeface="Montserrat Medium"/>
            </a:endParaRPr>
          </a:p>
          <a:p>
            <a:pPr indent="0" lvl="0" marL="0" marR="0" rtl="0" algn="l">
              <a:lnSpc>
                <a:spcPct val="100000"/>
              </a:lnSpc>
              <a:spcBef>
                <a:spcPts val="0"/>
              </a:spcBef>
              <a:spcAft>
                <a:spcPts val="0"/>
              </a:spcAft>
              <a:buClr>
                <a:schemeClr val="dk1"/>
              </a:buClr>
              <a:buSzPts val="2800"/>
              <a:buFont typeface="Arial"/>
              <a:buNone/>
            </a:pPr>
            <a:r>
              <a:rPr i="0" lang="en-US" u="none" cap="none" strike="noStrike">
                <a:solidFill>
                  <a:schemeClr val="accent4"/>
                </a:solidFill>
                <a:latin typeface="Montserrat Medium"/>
                <a:ea typeface="Montserrat Medium"/>
                <a:cs typeface="Montserrat Medium"/>
                <a:sym typeface="Montserrat Medium"/>
              </a:rPr>
              <a:t>Name of the Department: Comput</a:t>
            </a:r>
            <a:r>
              <a:rPr lang="en-US">
                <a:solidFill>
                  <a:schemeClr val="accent4"/>
                </a:solidFill>
                <a:latin typeface="Montserrat Medium"/>
                <a:ea typeface="Montserrat Medium"/>
                <a:cs typeface="Montserrat Medium"/>
                <a:sym typeface="Montserrat Medium"/>
              </a:rPr>
              <a:t>er Engineering</a:t>
            </a:r>
            <a:endParaRPr>
              <a:solidFill>
                <a:schemeClr val="accent4"/>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2800"/>
              <a:buFont typeface="Arial"/>
              <a:buNone/>
            </a:pPr>
            <a:r>
              <a:t/>
            </a:r>
            <a:endParaRPr i="0" u="none" cap="none" strike="noStrike">
              <a:solidFill>
                <a:schemeClr val="accent4"/>
              </a:solidFill>
              <a:latin typeface="Montserrat Medium"/>
              <a:ea typeface="Montserrat Medium"/>
              <a:cs typeface="Montserrat Medium"/>
              <a:sym typeface="Montserrat Medium"/>
            </a:endParaRPr>
          </a:p>
          <a:p>
            <a:pPr indent="0" lvl="0" marL="0" marR="0" rtl="0" algn="l">
              <a:lnSpc>
                <a:spcPct val="100000"/>
              </a:lnSpc>
              <a:spcBef>
                <a:spcPts val="0"/>
              </a:spcBef>
              <a:spcAft>
                <a:spcPts val="0"/>
              </a:spcAft>
              <a:buClr>
                <a:schemeClr val="dk1"/>
              </a:buClr>
              <a:buSzPts val="2800"/>
              <a:buFont typeface="Arial"/>
              <a:buNone/>
            </a:pPr>
            <a:r>
              <a:rPr i="0" lang="en-US" u="none" cap="none" strike="noStrike">
                <a:solidFill>
                  <a:schemeClr val="accent4"/>
                </a:solidFill>
                <a:latin typeface="Montserrat Medium"/>
                <a:ea typeface="Montserrat Medium"/>
                <a:cs typeface="Montserrat Medium"/>
                <a:sym typeface="Montserrat Medium"/>
              </a:rPr>
              <a:t>Name of the College: Pimpri C</a:t>
            </a:r>
            <a:r>
              <a:rPr lang="en-US">
                <a:solidFill>
                  <a:schemeClr val="accent4"/>
                </a:solidFill>
                <a:latin typeface="Montserrat Medium"/>
                <a:ea typeface="Montserrat Medium"/>
                <a:cs typeface="Montserrat Medium"/>
                <a:sym typeface="Montserrat Medium"/>
              </a:rPr>
              <a:t>hinchwad College of Engineering, Pune</a:t>
            </a:r>
            <a:endParaRPr i="0" u="none" cap="none" strike="noStrike">
              <a:solidFill>
                <a:schemeClr val="accent4"/>
              </a:solidFill>
              <a:latin typeface="Montserrat Medium"/>
              <a:ea typeface="Montserrat Medium"/>
              <a:cs typeface="Montserrat Medium"/>
              <a:sym typeface="Montserrat Medium"/>
            </a:endParaRPr>
          </a:p>
        </p:txBody>
      </p:sp>
      <p:pic>
        <p:nvPicPr>
          <p:cNvPr id="105" name="Google Shape;105;p1"/>
          <p:cNvPicPr preferRelativeResize="0"/>
          <p:nvPr/>
        </p:nvPicPr>
        <p:blipFill rotWithShape="1">
          <a:blip r:embed="rId5">
            <a:alphaModFix/>
          </a:blip>
          <a:srcRect b="0" l="0" r="0" t="0"/>
          <a:stretch/>
        </p:blipFill>
        <p:spPr>
          <a:xfrm>
            <a:off x="72418" y="72066"/>
            <a:ext cx="1878845" cy="69511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g3952e0c021d_0_2"/>
          <p:cNvSpPr/>
          <p:nvPr/>
        </p:nvSpPr>
        <p:spPr>
          <a:xfrm>
            <a:off x="-1" y="203470"/>
            <a:ext cx="7517100" cy="385500"/>
          </a:xfrm>
          <a:prstGeom prst="rect">
            <a:avLst/>
          </a:pr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lang="en-US" sz="2800">
                <a:solidFill>
                  <a:srgbClr val="FFFFFF"/>
                </a:solidFill>
                <a:latin typeface="Calibri"/>
                <a:ea typeface="Calibri"/>
                <a:cs typeface="Calibri"/>
                <a:sym typeface="Calibri"/>
              </a:rPr>
              <a:t>Cotton Crop Disease Predictor</a:t>
            </a:r>
            <a:endParaRPr b="0" i="0" sz="2800" u="none" cap="none" strike="noStrike">
              <a:solidFill>
                <a:srgbClr val="FFFFFF"/>
              </a:solidFill>
              <a:latin typeface="Calibri"/>
              <a:ea typeface="Calibri"/>
              <a:cs typeface="Calibri"/>
              <a:sym typeface="Calibri"/>
            </a:endParaRPr>
          </a:p>
        </p:txBody>
      </p:sp>
      <p:sp>
        <p:nvSpPr>
          <p:cNvPr id="111" name="Google Shape;111;g3952e0c021d_0_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grpSp>
        <p:nvGrpSpPr>
          <p:cNvPr id="112" name="Google Shape;112;g3952e0c021d_0_2"/>
          <p:cNvGrpSpPr/>
          <p:nvPr/>
        </p:nvGrpSpPr>
        <p:grpSpPr>
          <a:xfrm flipH="1">
            <a:off x="-1078189" y="3951767"/>
            <a:ext cx="1929500" cy="2210100"/>
            <a:chOff x="295725" y="-3462825"/>
            <a:chExt cx="1929500" cy="2210100"/>
          </a:xfrm>
        </p:grpSpPr>
        <p:sp>
          <p:nvSpPr>
            <p:cNvPr id="113" name="Google Shape;113;g3952e0c021d_0_2"/>
            <p:cNvSpPr/>
            <p:nvPr/>
          </p:nvSpPr>
          <p:spPr>
            <a:xfrm>
              <a:off x="1089425" y="-3462825"/>
              <a:ext cx="700025" cy="959400"/>
            </a:xfrm>
            <a:custGeom>
              <a:rect b="b" l="l" r="r" t="t"/>
              <a:pathLst>
                <a:path extrusionOk="0" h="38376" w="28001">
                  <a:moveTo>
                    <a:pt x="27849" y="1"/>
                  </a:moveTo>
                  <a:cubicBezTo>
                    <a:pt x="27816" y="1"/>
                    <a:pt x="27782" y="15"/>
                    <a:pt x="27755" y="43"/>
                  </a:cubicBezTo>
                  <a:lnTo>
                    <a:pt x="10736" y="17061"/>
                  </a:lnTo>
                  <a:cubicBezTo>
                    <a:pt x="10703" y="17083"/>
                    <a:pt x="10692" y="17117"/>
                    <a:pt x="10692" y="17161"/>
                  </a:cubicBezTo>
                  <a:lnTo>
                    <a:pt x="10692" y="27495"/>
                  </a:lnTo>
                  <a:lnTo>
                    <a:pt x="57" y="38130"/>
                  </a:lnTo>
                  <a:cubicBezTo>
                    <a:pt x="1" y="38186"/>
                    <a:pt x="1" y="38275"/>
                    <a:pt x="57" y="38331"/>
                  </a:cubicBezTo>
                  <a:cubicBezTo>
                    <a:pt x="79" y="38353"/>
                    <a:pt x="124" y="38375"/>
                    <a:pt x="157" y="38375"/>
                  </a:cubicBezTo>
                  <a:cubicBezTo>
                    <a:pt x="191" y="38375"/>
                    <a:pt x="235" y="38353"/>
                    <a:pt x="258" y="38331"/>
                  </a:cubicBezTo>
                  <a:lnTo>
                    <a:pt x="10937" y="27651"/>
                  </a:lnTo>
                  <a:cubicBezTo>
                    <a:pt x="10960" y="27629"/>
                    <a:pt x="10971" y="27595"/>
                    <a:pt x="10971" y="27551"/>
                  </a:cubicBezTo>
                  <a:lnTo>
                    <a:pt x="10971" y="17206"/>
                  </a:lnTo>
                  <a:lnTo>
                    <a:pt x="27944" y="232"/>
                  </a:lnTo>
                  <a:cubicBezTo>
                    <a:pt x="28000" y="188"/>
                    <a:pt x="28000" y="98"/>
                    <a:pt x="27944" y="43"/>
                  </a:cubicBezTo>
                  <a:cubicBezTo>
                    <a:pt x="27916" y="15"/>
                    <a:pt x="27883" y="1"/>
                    <a:pt x="27849" y="1"/>
                  </a:cubicBez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 name="Google Shape;114;g3952e0c021d_0_2"/>
            <p:cNvSpPr/>
            <p:nvPr/>
          </p:nvSpPr>
          <p:spPr>
            <a:xfrm>
              <a:off x="1064875" y="-2535525"/>
              <a:ext cx="56950" cy="56925"/>
            </a:xfrm>
            <a:custGeom>
              <a:rect b="b" l="l" r="r" t="t"/>
              <a:pathLst>
                <a:path extrusionOk="0" h="2277" w="2278">
                  <a:moveTo>
                    <a:pt x="1139" y="0"/>
                  </a:moveTo>
                  <a:cubicBezTo>
                    <a:pt x="514" y="0"/>
                    <a:pt x="1" y="513"/>
                    <a:pt x="1" y="1138"/>
                  </a:cubicBezTo>
                  <a:cubicBezTo>
                    <a:pt x="1" y="1763"/>
                    <a:pt x="514" y="2277"/>
                    <a:pt x="1139" y="2277"/>
                  </a:cubicBezTo>
                  <a:cubicBezTo>
                    <a:pt x="1764" y="2277"/>
                    <a:pt x="2277" y="1763"/>
                    <a:pt x="2277" y="1138"/>
                  </a:cubicBezTo>
                  <a:cubicBezTo>
                    <a:pt x="2277" y="513"/>
                    <a:pt x="1764" y="0"/>
                    <a:pt x="1139" y="0"/>
                  </a:cubicBez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 name="Google Shape;115;g3952e0c021d_0_2"/>
            <p:cNvSpPr/>
            <p:nvPr/>
          </p:nvSpPr>
          <p:spPr>
            <a:xfrm>
              <a:off x="1212200" y="-2944175"/>
              <a:ext cx="869900" cy="1026350"/>
            </a:xfrm>
            <a:custGeom>
              <a:rect b="b" l="l" r="r" t="t"/>
              <a:pathLst>
                <a:path extrusionOk="0" h="41054" w="34796">
                  <a:moveTo>
                    <a:pt x="34639" y="0"/>
                  </a:moveTo>
                  <a:cubicBezTo>
                    <a:pt x="34603" y="0"/>
                    <a:pt x="34567" y="14"/>
                    <a:pt x="34539" y="42"/>
                  </a:cubicBezTo>
                  <a:lnTo>
                    <a:pt x="6026" y="28555"/>
                  </a:lnTo>
                  <a:cubicBezTo>
                    <a:pt x="6004" y="28577"/>
                    <a:pt x="5993" y="28610"/>
                    <a:pt x="5993" y="28655"/>
                  </a:cubicBezTo>
                  <a:lnTo>
                    <a:pt x="5993" y="34915"/>
                  </a:lnTo>
                  <a:lnTo>
                    <a:pt x="89" y="40808"/>
                  </a:lnTo>
                  <a:cubicBezTo>
                    <a:pt x="0" y="40897"/>
                    <a:pt x="56" y="41042"/>
                    <a:pt x="190" y="41053"/>
                  </a:cubicBezTo>
                  <a:cubicBezTo>
                    <a:pt x="223" y="41053"/>
                    <a:pt x="257" y="41042"/>
                    <a:pt x="290" y="41008"/>
                  </a:cubicBezTo>
                  <a:lnTo>
                    <a:pt x="6227" y="35072"/>
                  </a:lnTo>
                  <a:cubicBezTo>
                    <a:pt x="6249" y="35049"/>
                    <a:pt x="6272" y="35016"/>
                    <a:pt x="6272" y="34971"/>
                  </a:cubicBezTo>
                  <a:lnTo>
                    <a:pt x="6272" y="28711"/>
                  </a:lnTo>
                  <a:lnTo>
                    <a:pt x="34740" y="232"/>
                  </a:lnTo>
                  <a:cubicBezTo>
                    <a:pt x="34795" y="176"/>
                    <a:pt x="34795" y="87"/>
                    <a:pt x="34740" y="42"/>
                  </a:cubicBezTo>
                  <a:cubicBezTo>
                    <a:pt x="34712" y="14"/>
                    <a:pt x="34675" y="0"/>
                    <a:pt x="34639" y="0"/>
                  </a:cubicBez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g3952e0c021d_0_2"/>
            <p:cNvSpPr/>
            <p:nvPr/>
          </p:nvSpPr>
          <p:spPr>
            <a:xfrm>
              <a:off x="1577675" y="-2592175"/>
              <a:ext cx="155125" cy="154875"/>
            </a:xfrm>
            <a:custGeom>
              <a:rect b="b" l="l" r="r" t="t"/>
              <a:pathLst>
                <a:path extrusionOk="0" h="6195" w="6205">
                  <a:moveTo>
                    <a:pt x="6160" y="1"/>
                  </a:moveTo>
                  <a:lnTo>
                    <a:pt x="0" y="6150"/>
                  </a:lnTo>
                  <a:lnTo>
                    <a:pt x="1395" y="6194"/>
                  </a:lnTo>
                  <a:lnTo>
                    <a:pt x="6205" y="1384"/>
                  </a:lnTo>
                  <a:lnTo>
                    <a:pt x="6160" y="1"/>
                  </a:ln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g3952e0c021d_0_2"/>
            <p:cNvSpPr/>
            <p:nvPr/>
          </p:nvSpPr>
          <p:spPr>
            <a:xfrm>
              <a:off x="1188475" y="-1949950"/>
              <a:ext cx="56950" cy="56950"/>
            </a:xfrm>
            <a:custGeom>
              <a:rect b="b" l="l" r="r" t="t"/>
              <a:pathLst>
                <a:path extrusionOk="0" h="2278" w="2278">
                  <a:moveTo>
                    <a:pt x="1139" y="1"/>
                  </a:moveTo>
                  <a:cubicBezTo>
                    <a:pt x="503" y="1"/>
                    <a:pt x="1" y="514"/>
                    <a:pt x="1" y="1139"/>
                  </a:cubicBezTo>
                  <a:cubicBezTo>
                    <a:pt x="1" y="1775"/>
                    <a:pt x="503" y="2277"/>
                    <a:pt x="1139" y="2277"/>
                  </a:cubicBezTo>
                  <a:cubicBezTo>
                    <a:pt x="1764" y="2277"/>
                    <a:pt x="2277" y="1775"/>
                    <a:pt x="2277" y="1139"/>
                  </a:cubicBezTo>
                  <a:cubicBezTo>
                    <a:pt x="2277" y="514"/>
                    <a:pt x="1764" y="1"/>
                    <a:pt x="1139" y="1"/>
                  </a:cubicBez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g3952e0c021d_0_2"/>
            <p:cNvSpPr/>
            <p:nvPr/>
          </p:nvSpPr>
          <p:spPr>
            <a:xfrm>
              <a:off x="2043025" y="-3122375"/>
              <a:ext cx="38525" cy="38650"/>
            </a:xfrm>
            <a:custGeom>
              <a:rect b="b" l="l" r="r" t="t"/>
              <a:pathLst>
                <a:path extrusionOk="0" h="1546" w="1541">
                  <a:moveTo>
                    <a:pt x="768" y="1"/>
                  </a:moveTo>
                  <a:cubicBezTo>
                    <a:pt x="525" y="1"/>
                    <a:pt x="283" y="117"/>
                    <a:pt x="134" y="340"/>
                  </a:cubicBezTo>
                  <a:cubicBezTo>
                    <a:pt x="100" y="385"/>
                    <a:pt x="78" y="441"/>
                    <a:pt x="56" y="486"/>
                  </a:cubicBezTo>
                  <a:cubicBezTo>
                    <a:pt x="45" y="530"/>
                    <a:pt x="22" y="575"/>
                    <a:pt x="11" y="619"/>
                  </a:cubicBezTo>
                  <a:cubicBezTo>
                    <a:pt x="11" y="675"/>
                    <a:pt x="0" y="720"/>
                    <a:pt x="0" y="776"/>
                  </a:cubicBezTo>
                  <a:cubicBezTo>
                    <a:pt x="0" y="1200"/>
                    <a:pt x="346" y="1546"/>
                    <a:pt x="770" y="1546"/>
                  </a:cubicBezTo>
                  <a:cubicBezTo>
                    <a:pt x="1194" y="1546"/>
                    <a:pt x="1540" y="1200"/>
                    <a:pt x="1540" y="776"/>
                  </a:cubicBezTo>
                  <a:cubicBezTo>
                    <a:pt x="1540" y="720"/>
                    <a:pt x="1529" y="675"/>
                    <a:pt x="1518" y="619"/>
                  </a:cubicBezTo>
                  <a:cubicBezTo>
                    <a:pt x="1507" y="575"/>
                    <a:pt x="1495" y="530"/>
                    <a:pt x="1473" y="486"/>
                  </a:cubicBezTo>
                  <a:cubicBezTo>
                    <a:pt x="1462" y="441"/>
                    <a:pt x="1440" y="385"/>
                    <a:pt x="1406" y="340"/>
                  </a:cubicBezTo>
                  <a:cubicBezTo>
                    <a:pt x="1384" y="307"/>
                    <a:pt x="1350" y="262"/>
                    <a:pt x="1306" y="229"/>
                  </a:cubicBezTo>
                  <a:cubicBezTo>
                    <a:pt x="1157" y="75"/>
                    <a:pt x="962" y="1"/>
                    <a:pt x="768" y="1"/>
                  </a:cubicBez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g3952e0c021d_0_2"/>
            <p:cNvSpPr/>
            <p:nvPr/>
          </p:nvSpPr>
          <p:spPr>
            <a:xfrm>
              <a:off x="1472200" y="-3028150"/>
              <a:ext cx="522225" cy="509375"/>
            </a:xfrm>
            <a:custGeom>
              <a:rect b="b" l="l" r="r" t="t"/>
              <a:pathLst>
                <a:path extrusionOk="0" h="20375" w="20889">
                  <a:moveTo>
                    <a:pt x="19848" y="0"/>
                  </a:moveTo>
                  <a:cubicBezTo>
                    <a:pt x="19750" y="0"/>
                    <a:pt x="19647" y="20"/>
                    <a:pt x="19541" y="64"/>
                  </a:cubicBezTo>
                  <a:cubicBezTo>
                    <a:pt x="18760" y="388"/>
                    <a:pt x="18994" y="1537"/>
                    <a:pt x="19842" y="1537"/>
                  </a:cubicBezTo>
                  <a:cubicBezTo>
                    <a:pt x="20043" y="1537"/>
                    <a:pt x="20233" y="1459"/>
                    <a:pt x="20378" y="1314"/>
                  </a:cubicBezTo>
                  <a:cubicBezTo>
                    <a:pt x="20888" y="794"/>
                    <a:pt x="20468" y="0"/>
                    <a:pt x="19848" y="0"/>
                  </a:cubicBezTo>
                  <a:close/>
                  <a:moveTo>
                    <a:pt x="16078" y="3761"/>
                  </a:moveTo>
                  <a:cubicBezTo>
                    <a:pt x="15972" y="3761"/>
                    <a:pt x="15860" y="3784"/>
                    <a:pt x="15747" y="3836"/>
                  </a:cubicBezTo>
                  <a:cubicBezTo>
                    <a:pt x="14999" y="4182"/>
                    <a:pt x="15245" y="5309"/>
                    <a:pt x="16070" y="5309"/>
                  </a:cubicBezTo>
                  <a:cubicBezTo>
                    <a:pt x="16294" y="5309"/>
                    <a:pt x="16506" y="5209"/>
                    <a:pt x="16651" y="5030"/>
                  </a:cubicBezTo>
                  <a:cubicBezTo>
                    <a:pt x="17105" y="4500"/>
                    <a:pt x="16676" y="3761"/>
                    <a:pt x="16078" y="3761"/>
                  </a:cubicBezTo>
                  <a:close/>
                  <a:moveTo>
                    <a:pt x="12319" y="7533"/>
                  </a:moveTo>
                  <a:cubicBezTo>
                    <a:pt x="12220" y="7533"/>
                    <a:pt x="12115" y="7553"/>
                    <a:pt x="12008" y="7597"/>
                  </a:cubicBezTo>
                  <a:cubicBezTo>
                    <a:pt x="11238" y="7921"/>
                    <a:pt x="11462" y="9070"/>
                    <a:pt x="12310" y="9070"/>
                  </a:cubicBezTo>
                  <a:cubicBezTo>
                    <a:pt x="12511" y="9070"/>
                    <a:pt x="12700" y="8992"/>
                    <a:pt x="12845" y="8847"/>
                  </a:cubicBezTo>
                  <a:cubicBezTo>
                    <a:pt x="13356" y="8327"/>
                    <a:pt x="12944" y="7533"/>
                    <a:pt x="12319" y="7533"/>
                  </a:cubicBezTo>
                  <a:close/>
                  <a:moveTo>
                    <a:pt x="8545" y="11293"/>
                  </a:moveTo>
                  <a:cubicBezTo>
                    <a:pt x="8439" y="11293"/>
                    <a:pt x="8327" y="11317"/>
                    <a:pt x="8214" y="11369"/>
                  </a:cubicBezTo>
                  <a:cubicBezTo>
                    <a:pt x="7466" y="11715"/>
                    <a:pt x="7712" y="12842"/>
                    <a:pt x="8538" y="12842"/>
                  </a:cubicBezTo>
                  <a:cubicBezTo>
                    <a:pt x="8761" y="12842"/>
                    <a:pt x="8973" y="12742"/>
                    <a:pt x="9118" y="12563"/>
                  </a:cubicBezTo>
                  <a:cubicBezTo>
                    <a:pt x="9573" y="12033"/>
                    <a:pt x="9143" y="11293"/>
                    <a:pt x="8545" y="11293"/>
                  </a:cubicBezTo>
                  <a:close/>
                  <a:moveTo>
                    <a:pt x="4784" y="15066"/>
                  </a:moveTo>
                  <a:cubicBezTo>
                    <a:pt x="4686" y="15066"/>
                    <a:pt x="4582" y="15086"/>
                    <a:pt x="4476" y="15130"/>
                  </a:cubicBezTo>
                  <a:cubicBezTo>
                    <a:pt x="3706" y="15442"/>
                    <a:pt x="3929" y="16603"/>
                    <a:pt x="4777" y="16603"/>
                  </a:cubicBezTo>
                  <a:cubicBezTo>
                    <a:pt x="4978" y="16603"/>
                    <a:pt x="5168" y="16525"/>
                    <a:pt x="5313" y="16380"/>
                  </a:cubicBezTo>
                  <a:cubicBezTo>
                    <a:pt x="5824" y="15868"/>
                    <a:pt x="5410" y="15066"/>
                    <a:pt x="4784" y="15066"/>
                  </a:cubicBezTo>
                  <a:close/>
                  <a:moveTo>
                    <a:pt x="991" y="18820"/>
                  </a:moveTo>
                  <a:cubicBezTo>
                    <a:pt x="795" y="18820"/>
                    <a:pt x="593" y="18903"/>
                    <a:pt x="425" y="19102"/>
                  </a:cubicBezTo>
                  <a:cubicBezTo>
                    <a:pt x="1" y="19605"/>
                    <a:pt x="347" y="20363"/>
                    <a:pt x="1005" y="20375"/>
                  </a:cubicBezTo>
                  <a:cubicBezTo>
                    <a:pt x="1228" y="20375"/>
                    <a:pt x="1440" y="20274"/>
                    <a:pt x="1585" y="20096"/>
                  </a:cubicBezTo>
                  <a:cubicBezTo>
                    <a:pt x="2084" y="19523"/>
                    <a:pt x="1562" y="18820"/>
                    <a:pt x="991" y="18820"/>
                  </a:cubicBez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 name="Google Shape;120;g3952e0c021d_0_2"/>
            <p:cNvSpPr/>
            <p:nvPr/>
          </p:nvSpPr>
          <p:spPr>
            <a:xfrm>
              <a:off x="1384050" y="-2463000"/>
              <a:ext cx="38250" cy="38250"/>
            </a:xfrm>
            <a:custGeom>
              <a:rect b="b" l="l" r="r" t="t"/>
              <a:pathLst>
                <a:path extrusionOk="0" h="1530" w="1530">
                  <a:moveTo>
                    <a:pt x="770" y="1"/>
                  </a:moveTo>
                  <a:cubicBezTo>
                    <a:pt x="346" y="1"/>
                    <a:pt x="0" y="335"/>
                    <a:pt x="0" y="759"/>
                  </a:cubicBezTo>
                  <a:cubicBezTo>
                    <a:pt x="0" y="1183"/>
                    <a:pt x="346" y="1529"/>
                    <a:pt x="770" y="1529"/>
                  </a:cubicBezTo>
                  <a:cubicBezTo>
                    <a:pt x="971" y="1529"/>
                    <a:pt x="1161" y="1451"/>
                    <a:pt x="1306" y="1306"/>
                  </a:cubicBezTo>
                  <a:cubicBezTo>
                    <a:pt x="1339" y="1273"/>
                    <a:pt x="1373" y="1228"/>
                    <a:pt x="1406" y="1195"/>
                  </a:cubicBezTo>
                  <a:cubicBezTo>
                    <a:pt x="1429" y="1150"/>
                    <a:pt x="1451" y="1094"/>
                    <a:pt x="1473" y="1050"/>
                  </a:cubicBezTo>
                  <a:cubicBezTo>
                    <a:pt x="1496" y="1005"/>
                    <a:pt x="1507" y="960"/>
                    <a:pt x="1518" y="916"/>
                  </a:cubicBezTo>
                  <a:cubicBezTo>
                    <a:pt x="1529" y="860"/>
                    <a:pt x="1529" y="815"/>
                    <a:pt x="1529" y="759"/>
                  </a:cubicBezTo>
                  <a:cubicBezTo>
                    <a:pt x="1529" y="335"/>
                    <a:pt x="1183" y="1"/>
                    <a:pt x="770" y="1"/>
                  </a:cubicBez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 name="Google Shape;121;g3952e0c021d_0_2"/>
            <p:cNvSpPr/>
            <p:nvPr/>
          </p:nvSpPr>
          <p:spPr>
            <a:xfrm>
              <a:off x="1108400" y="-3240375"/>
              <a:ext cx="38250" cy="38650"/>
            </a:xfrm>
            <a:custGeom>
              <a:rect b="b" l="l" r="r" t="t"/>
              <a:pathLst>
                <a:path extrusionOk="0" h="1546" w="1530">
                  <a:moveTo>
                    <a:pt x="763" y="0"/>
                  </a:moveTo>
                  <a:cubicBezTo>
                    <a:pt x="568" y="0"/>
                    <a:pt x="373" y="75"/>
                    <a:pt x="224" y="228"/>
                  </a:cubicBezTo>
                  <a:cubicBezTo>
                    <a:pt x="190" y="262"/>
                    <a:pt x="157" y="295"/>
                    <a:pt x="123" y="340"/>
                  </a:cubicBezTo>
                  <a:cubicBezTo>
                    <a:pt x="101" y="385"/>
                    <a:pt x="79" y="429"/>
                    <a:pt x="57" y="485"/>
                  </a:cubicBezTo>
                  <a:cubicBezTo>
                    <a:pt x="34" y="530"/>
                    <a:pt x="23" y="574"/>
                    <a:pt x="12" y="619"/>
                  </a:cubicBezTo>
                  <a:cubicBezTo>
                    <a:pt x="1" y="664"/>
                    <a:pt x="1" y="719"/>
                    <a:pt x="1" y="775"/>
                  </a:cubicBezTo>
                  <a:cubicBezTo>
                    <a:pt x="1" y="820"/>
                    <a:pt x="1" y="865"/>
                    <a:pt x="12" y="920"/>
                  </a:cubicBezTo>
                  <a:cubicBezTo>
                    <a:pt x="23" y="965"/>
                    <a:pt x="34" y="1010"/>
                    <a:pt x="57" y="1054"/>
                  </a:cubicBezTo>
                  <a:cubicBezTo>
                    <a:pt x="79" y="1110"/>
                    <a:pt x="101" y="1155"/>
                    <a:pt x="123" y="1199"/>
                  </a:cubicBezTo>
                  <a:cubicBezTo>
                    <a:pt x="269" y="1411"/>
                    <a:pt x="503" y="1534"/>
                    <a:pt x="760" y="1545"/>
                  </a:cubicBezTo>
                  <a:cubicBezTo>
                    <a:pt x="972" y="1534"/>
                    <a:pt x="1161" y="1456"/>
                    <a:pt x="1306" y="1311"/>
                  </a:cubicBezTo>
                  <a:cubicBezTo>
                    <a:pt x="1340" y="1277"/>
                    <a:pt x="1373" y="1244"/>
                    <a:pt x="1407" y="1199"/>
                  </a:cubicBezTo>
                  <a:cubicBezTo>
                    <a:pt x="1429" y="1155"/>
                    <a:pt x="1451" y="1110"/>
                    <a:pt x="1474" y="1054"/>
                  </a:cubicBezTo>
                  <a:cubicBezTo>
                    <a:pt x="1496" y="1010"/>
                    <a:pt x="1507" y="965"/>
                    <a:pt x="1518" y="920"/>
                  </a:cubicBezTo>
                  <a:cubicBezTo>
                    <a:pt x="1530" y="865"/>
                    <a:pt x="1530" y="820"/>
                    <a:pt x="1530" y="775"/>
                  </a:cubicBezTo>
                  <a:cubicBezTo>
                    <a:pt x="1530" y="719"/>
                    <a:pt x="1530" y="664"/>
                    <a:pt x="1518" y="619"/>
                  </a:cubicBezTo>
                  <a:cubicBezTo>
                    <a:pt x="1507" y="574"/>
                    <a:pt x="1496" y="530"/>
                    <a:pt x="1474" y="485"/>
                  </a:cubicBezTo>
                  <a:cubicBezTo>
                    <a:pt x="1451" y="429"/>
                    <a:pt x="1429" y="385"/>
                    <a:pt x="1407" y="340"/>
                  </a:cubicBezTo>
                  <a:cubicBezTo>
                    <a:pt x="1252" y="117"/>
                    <a:pt x="1007" y="0"/>
                    <a:pt x="763" y="0"/>
                  </a:cubicBez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 name="Google Shape;122;g3952e0c021d_0_2"/>
            <p:cNvSpPr/>
            <p:nvPr/>
          </p:nvSpPr>
          <p:spPr>
            <a:xfrm>
              <a:off x="537050" y="-3146175"/>
              <a:ext cx="522775" cy="509125"/>
            </a:xfrm>
            <a:custGeom>
              <a:rect b="b" l="l" r="r" t="t"/>
              <a:pathLst>
                <a:path extrusionOk="0" h="20365" w="20911">
                  <a:moveTo>
                    <a:pt x="19870" y="1"/>
                  </a:moveTo>
                  <a:cubicBezTo>
                    <a:pt x="19772" y="1"/>
                    <a:pt x="19668" y="21"/>
                    <a:pt x="19563" y="65"/>
                  </a:cubicBezTo>
                  <a:cubicBezTo>
                    <a:pt x="18782" y="377"/>
                    <a:pt x="19016" y="1538"/>
                    <a:pt x="19853" y="1538"/>
                  </a:cubicBezTo>
                  <a:cubicBezTo>
                    <a:pt x="20054" y="1538"/>
                    <a:pt x="20255" y="1460"/>
                    <a:pt x="20400" y="1315"/>
                  </a:cubicBezTo>
                  <a:cubicBezTo>
                    <a:pt x="20910" y="795"/>
                    <a:pt x="20490" y="1"/>
                    <a:pt x="19870" y="1"/>
                  </a:cubicBezTo>
                  <a:close/>
                  <a:moveTo>
                    <a:pt x="16100" y="3761"/>
                  </a:moveTo>
                  <a:cubicBezTo>
                    <a:pt x="15993" y="3761"/>
                    <a:pt x="15882" y="3785"/>
                    <a:pt x="15768" y="3837"/>
                  </a:cubicBezTo>
                  <a:cubicBezTo>
                    <a:pt x="15021" y="4183"/>
                    <a:pt x="15266" y="5299"/>
                    <a:pt x="16092" y="5299"/>
                  </a:cubicBezTo>
                  <a:lnTo>
                    <a:pt x="16081" y="5310"/>
                  </a:lnTo>
                  <a:cubicBezTo>
                    <a:pt x="16315" y="5310"/>
                    <a:pt x="16527" y="5209"/>
                    <a:pt x="16672" y="5031"/>
                  </a:cubicBezTo>
                  <a:cubicBezTo>
                    <a:pt x="17127" y="4500"/>
                    <a:pt x="16697" y="3761"/>
                    <a:pt x="16100" y="3761"/>
                  </a:cubicBezTo>
                  <a:close/>
                  <a:moveTo>
                    <a:pt x="12329" y="7526"/>
                  </a:moveTo>
                  <a:cubicBezTo>
                    <a:pt x="12233" y="7526"/>
                    <a:pt x="12133" y="7545"/>
                    <a:pt x="12030" y="7586"/>
                  </a:cubicBezTo>
                  <a:cubicBezTo>
                    <a:pt x="11249" y="7910"/>
                    <a:pt x="11483" y="9071"/>
                    <a:pt x="12320" y="9071"/>
                  </a:cubicBezTo>
                  <a:cubicBezTo>
                    <a:pt x="12521" y="9071"/>
                    <a:pt x="12722" y="8993"/>
                    <a:pt x="12867" y="8847"/>
                  </a:cubicBezTo>
                  <a:cubicBezTo>
                    <a:pt x="13380" y="8325"/>
                    <a:pt x="12953" y="7526"/>
                    <a:pt x="12329" y="7526"/>
                  </a:cubicBezTo>
                  <a:close/>
                  <a:moveTo>
                    <a:pt x="8567" y="11294"/>
                  </a:moveTo>
                  <a:cubicBezTo>
                    <a:pt x="8461" y="11294"/>
                    <a:pt x="8349" y="11317"/>
                    <a:pt x="8236" y="11369"/>
                  </a:cubicBezTo>
                  <a:cubicBezTo>
                    <a:pt x="7488" y="11715"/>
                    <a:pt x="7734" y="12831"/>
                    <a:pt x="8559" y="12831"/>
                  </a:cubicBezTo>
                  <a:lnTo>
                    <a:pt x="8548" y="12843"/>
                  </a:lnTo>
                  <a:cubicBezTo>
                    <a:pt x="8783" y="12831"/>
                    <a:pt x="8995" y="12742"/>
                    <a:pt x="9140" y="12564"/>
                  </a:cubicBezTo>
                  <a:cubicBezTo>
                    <a:pt x="9594" y="12033"/>
                    <a:pt x="9165" y="11294"/>
                    <a:pt x="8567" y="11294"/>
                  </a:cubicBezTo>
                  <a:close/>
                  <a:moveTo>
                    <a:pt x="4802" y="15066"/>
                  </a:moveTo>
                  <a:cubicBezTo>
                    <a:pt x="4705" y="15066"/>
                    <a:pt x="4602" y="15086"/>
                    <a:pt x="4497" y="15130"/>
                  </a:cubicBezTo>
                  <a:cubicBezTo>
                    <a:pt x="3716" y="15443"/>
                    <a:pt x="3951" y="16603"/>
                    <a:pt x="4788" y="16603"/>
                  </a:cubicBezTo>
                  <a:cubicBezTo>
                    <a:pt x="4988" y="16603"/>
                    <a:pt x="5189" y="16525"/>
                    <a:pt x="5334" y="16380"/>
                  </a:cubicBezTo>
                  <a:cubicBezTo>
                    <a:pt x="5845" y="15869"/>
                    <a:pt x="5423" y="15066"/>
                    <a:pt x="4802" y="15066"/>
                  </a:cubicBezTo>
                  <a:close/>
                  <a:moveTo>
                    <a:pt x="1018" y="18818"/>
                  </a:moveTo>
                  <a:cubicBezTo>
                    <a:pt x="838" y="18818"/>
                    <a:pt x="649" y="18889"/>
                    <a:pt x="480" y="19058"/>
                  </a:cubicBezTo>
                  <a:cubicBezTo>
                    <a:pt x="0" y="19538"/>
                    <a:pt x="335" y="20364"/>
                    <a:pt x="1027" y="20364"/>
                  </a:cubicBezTo>
                  <a:cubicBezTo>
                    <a:pt x="1228" y="20364"/>
                    <a:pt x="1417" y="20286"/>
                    <a:pt x="1562" y="20141"/>
                  </a:cubicBezTo>
                  <a:cubicBezTo>
                    <a:pt x="2119" y="19585"/>
                    <a:pt x="1612" y="18818"/>
                    <a:pt x="1018" y="18818"/>
                  </a:cubicBez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 name="Google Shape;123;g3952e0c021d_0_2"/>
            <p:cNvSpPr/>
            <p:nvPr/>
          </p:nvSpPr>
          <p:spPr>
            <a:xfrm>
              <a:off x="449150" y="-2581150"/>
              <a:ext cx="38250" cy="38375"/>
            </a:xfrm>
            <a:custGeom>
              <a:rect b="b" l="l" r="r" t="t"/>
              <a:pathLst>
                <a:path extrusionOk="0" h="1535" w="1530">
                  <a:moveTo>
                    <a:pt x="771" y="0"/>
                  </a:moveTo>
                  <a:cubicBezTo>
                    <a:pt x="721" y="0"/>
                    <a:pt x="670" y="6"/>
                    <a:pt x="626" y="17"/>
                  </a:cubicBezTo>
                  <a:cubicBezTo>
                    <a:pt x="570" y="28"/>
                    <a:pt x="525" y="40"/>
                    <a:pt x="481" y="62"/>
                  </a:cubicBezTo>
                  <a:cubicBezTo>
                    <a:pt x="436" y="73"/>
                    <a:pt x="380" y="107"/>
                    <a:pt x="347" y="129"/>
                  </a:cubicBezTo>
                  <a:cubicBezTo>
                    <a:pt x="302" y="162"/>
                    <a:pt x="258" y="185"/>
                    <a:pt x="224" y="229"/>
                  </a:cubicBezTo>
                  <a:cubicBezTo>
                    <a:pt x="191" y="263"/>
                    <a:pt x="157" y="296"/>
                    <a:pt x="135" y="341"/>
                  </a:cubicBezTo>
                  <a:cubicBezTo>
                    <a:pt x="101" y="385"/>
                    <a:pt x="79" y="430"/>
                    <a:pt x="57" y="486"/>
                  </a:cubicBezTo>
                  <a:cubicBezTo>
                    <a:pt x="45" y="531"/>
                    <a:pt x="23" y="575"/>
                    <a:pt x="12" y="620"/>
                  </a:cubicBezTo>
                  <a:cubicBezTo>
                    <a:pt x="1" y="664"/>
                    <a:pt x="1" y="720"/>
                    <a:pt x="1" y="776"/>
                  </a:cubicBezTo>
                  <a:cubicBezTo>
                    <a:pt x="1" y="821"/>
                    <a:pt x="1" y="865"/>
                    <a:pt x="12" y="921"/>
                  </a:cubicBezTo>
                  <a:cubicBezTo>
                    <a:pt x="23" y="966"/>
                    <a:pt x="45" y="1010"/>
                    <a:pt x="57" y="1055"/>
                  </a:cubicBezTo>
                  <a:cubicBezTo>
                    <a:pt x="79" y="1100"/>
                    <a:pt x="101" y="1144"/>
                    <a:pt x="135" y="1189"/>
                  </a:cubicBezTo>
                  <a:cubicBezTo>
                    <a:pt x="191" y="1278"/>
                    <a:pt x="258" y="1345"/>
                    <a:pt x="347" y="1401"/>
                  </a:cubicBezTo>
                  <a:cubicBezTo>
                    <a:pt x="380" y="1434"/>
                    <a:pt x="436" y="1457"/>
                    <a:pt x="481" y="1479"/>
                  </a:cubicBezTo>
                  <a:cubicBezTo>
                    <a:pt x="525" y="1490"/>
                    <a:pt x="570" y="1513"/>
                    <a:pt x="626" y="1513"/>
                  </a:cubicBezTo>
                  <a:cubicBezTo>
                    <a:pt x="670" y="1524"/>
                    <a:pt x="715" y="1535"/>
                    <a:pt x="771" y="1535"/>
                  </a:cubicBezTo>
                  <a:cubicBezTo>
                    <a:pt x="815" y="1535"/>
                    <a:pt x="871" y="1524"/>
                    <a:pt x="916" y="1513"/>
                  </a:cubicBezTo>
                  <a:cubicBezTo>
                    <a:pt x="972" y="1513"/>
                    <a:pt x="1016" y="1490"/>
                    <a:pt x="1061" y="1479"/>
                  </a:cubicBezTo>
                  <a:cubicBezTo>
                    <a:pt x="1106" y="1457"/>
                    <a:pt x="1150" y="1434"/>
                    <a:pt x="1195" y="1401"/>
                  </a:cubicBezTo>
                  <a:cubicBezTo>
                    <a:pt x="1273" y="1345"/>
                    <a:pt x="1351" y="1278"/>
                    <a:pt x="1407" y="1189"/>
                  </a:cubicBezTo>
                  <a:cubicBezTo>
                    <a:pt x="1429" y="1144"/>
                    <a:pt x="1452" y="1111"/>
                    <a:pt x="1474" y="1055"/>
                  </a:cubicBezTo>
                  <a:cubicBezTo>
                    <a:pt x="1496" y="1010"/>
                    <a:pt x="1507" y="966"/>
                    <a:pt x="1519" y="921"/>
                  </a:cubicBezTo>
                  <a:cubicBezTo>
                    <a:pt x="1530" y="865"/>
                    <a:pt x="1530" y="821"/>
                    <a:pt x="1530" y="776"/>
                  </a:cubicBezTo>
                  <a:cubicBezTo>
                    <a:pt x="1530" y="720"/>
                    <a:pt x="1530" y="664"/>
                    <a:pt x="1519" y="620"/>
                  </a:cubicBezTo>
                  <a:cubicBezTo>
                    <a:pt x="1507" y="575"/>
                    <a:pt x="1496" y="531"/>
                    <a:pt x="1474" y="486"/>
                  </a:cubicBezTo>
                  <a:cubicBezTo>
                    <a:pt x="1452" y="430"/>
                    <a:pt x="1429" y="385"/>
                    <a:pt x="1407" y="341"/>
                  </a:cubicBezTo>
                  <a:cubicBezTo>
                    <a:pt x="1373" y="296"/>
                    <a:pt x="1340" y="263"/>
                    <a:pt x="1307" y="229"/>
                  </a:cubicBezTo>
                  <a:cubicBezTo>
                    <a:pt x="1273" y="185"/>
                    <a:pt x="1228" y="162"/>
                    <a:pt x="1195" y="129"/>
                  </a:cubicBezTo>
                  <a:cubicBezTo>
                    <a:pt x="1150" y="107"/>
                    <a:pt x="1106" y="84"/>
                    <a:pt x="1061" y="62"/>
                  </a:cubicBezTo>
                  <a:cubicBezTo>
                    <a:pt x="1016" y="40"/>
                    <a:pt x="972" y="28"/>
                    <a:pt x="916" y="17"/>
                  </a:cubicBezTo>
                  <a:cubicBezTo>
                    <a:pt x="871" y="6"/>
                    <a:pt x="821" y="0"/>
                    <a:pt x="771" y="0"/>
                  </a:cubicBez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g3952e0c021d_0_2"/>
            <p:cNvSpPr/>
            <p:nvPr/>
          </p:nvSpPr>
          <p:spPr>
            <a:xfrm>
              <a:off x="1636250" y="-2122350"/>
              <a:ext cx="136725" cy="25125"/>
            </a:xfrm>
            <a:custGeom>
              <a:rect b="b" l="l" r="r" t="t"/>
              <a:pathLst>
                <a:path extrusionOk="0" h="1005" w="5469">
                  <a:moveTo>
                    <a:pt x="1005" y="0"/>
                  </a:moveTo>
                  <a:lnTo>
                    <a:pt x="0" y="1005"/>
                  </a:lnTo>
                  <a:lnTo>
                    <a:pt x="4464" y="1005"/>
                  </a:lnTo>
                  <a:lnTo>
                    <a:pt x="5469" y="0"/>
                  </a:ln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 name="Google Shape;125;g3952e0c021d_0_2"/>
            <p:cNvSpPr/>
            <p:nvPr/>
          </p:nvSpPr>
          <p:spPr>
            <a:xfrm>
              <a:off x="1711575" y="-2197675"/>
              <a:ext cx="136725" cy="25125"/>
            </a:xfrm>
            <a:custGeom>
              <a:rect b="b" l="l" r="r" t="t"/>
              <a:pathLst>
                <a:path extrusionOk="0" h="1005" w="5469">
                  <a:moveTo>
                    <a:pt x="1005" y="0"/>
                  </a:moveTo>
                  <a:lnTo>
                    <a:pt x="1" y="1005"/>
                  </a:lnTo>
                  <a:lnTo>
                    <a:pt x="4464" y="1005"/>
                  </a:lnTo>
                  <a:lnTo>
                    <a:pt x="5469" y="0"/>
                  </a:ln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 name="Google Shape;126;g3952e0c021d_0_2"/>
            <p:cNvSpPr/>
            <p:nvPr/>
          </p:nvSpPr>
          <p:spPr>
            <a:xfrm>
              <a:off x="1786900" y="-2273000"/>
              <a:ext cx="137000" cy="25125"/>
            </a:xfrm>
            <a:custGeom>
              <a:rect b="b" l="l" r="r" t="t"/>
              <a:pathLst>
                <a:path extrusionOk="0" h="1005" w="5480">
                  <a:moveTo>
                    <a:pt x="1005" y="0"/>
                  </a:moveTo>
                  <a:lnTo>
                    <a:pt x="1" y="1004"/>
                  </a:lnTo>
                  <a:lnTo>
                    <a:pt x="4464" y="1004"/>
                  </a:lnTo>
                  <a:lnTo>
                    <a:pt x="5480" y="0"/>
                  </a:ln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 name="Google Shape;127;g3952e0c021d_0_2"/>
            <p:cNvSpPr/>
            <p:nvPr/>
          </p:nvSpPr>
          <p:spPr>
            <a:xfrm>
              <a:off x="1862225" y="-2348325"/>
              <a:ext cx="137000" cy="25125"/>
            </a:xfrm>
            <a:custGeom>
              <a:rect b="b" l="l" r="r" t="t"/>
              <a:pathLst>
                <a:path extrusionOk="0" h="1005" w="5480">
                  <a:moveTo>
                    <a:pt x="1005" y="0"/>
                  </a:moveTo>
                  <a:lnTo>
                    <a:pt x="1" y="1004"/>
                  </a:lnTo>
                  <a:lnTo>
                    <a:pt x="4476" y="1004"/>
                  </a:lnTo>
                  <a:lnTo>
                    <a:pt x="5480" y="0"/>
                  </a:ln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g3952e0c021d_0_2"/>
            <p:cNvSpPr/>
            <p:nvPr/>
          </p:nvSpPr>
          <p:spPr>
            <a:xfrm>
              <a:off x="1937550" y="-2423950"/>
              <a:ext cx="137025" cy="25425"/>
            </a:xfrm>
            <a:custGeom>
              <a:rect b="b" l="l" r="r" t="t"/>
              <a:pathLst>
                <a:path extrusionOk="0" h="1017" w="5481">
                  <a:moveTo>
                    <a:pt x="1016" y="1"/>
                  </a:moveTo>
                  <a:lnTo>
                    <a:pt x="1" y="1016"/>
                  </a:lnTo>
                  <a:lnTo>
                    <a:pt x="4476" y="1016"/>
                  </a:lnTo>
                  <a:lnTo>
                    <a:pt x="5480" y="1"/>
                  </a:ln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g3952e0c021d_0_2"/>
            <p:cNvSpPr/>
            <p:nvPr/>
          </p:nvSpPr>
          <p:spPr>
            <a:xfrm>
              <a:off x="2013150" y="-2499275"/>
              <a:ext cx="136750" cy="25150"/>
            </a:xfrm>
            <a:custGeom>
              <a:rect b="b" l="l" r="r" t="t"/>
              <a:pathLst>
                <a:path extrusionOk="0" h="1006" w="5470">
                  <a:moveTo>
                    <a:pt x="1005" y="1"/>
                  </a:moveTo>
                  <a:lnTo>
                    <a:pt x="1" y="1005"/>
                  </a:lnTo>
                  <a:lnTo>
                    <a:pt x="4465" y="1005"/>
                  </a:lnTo>
                  <a:lnTo>
                    <a:pt x="5469" y="1"/>
                  </a:ln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 name="Google Shape;130;g3952e0c021d_0_2"/>
            <p:cNvSpPr/>
            <p:nvPr/>
          </p:nvSpPr>
          <p:spPr>
            <a:xfrm>
              <a:off x="2088500" y="-2574600"/>
              <a:ext cx="136725" cy="25150"/>
            </a:xfrm>
            <a:custGeom>
              <a:rect b="b" l="l" r="r" t="t"/>
              <a:pathLst>
                <a:path extrusionOk="0" h="1006" w="5469">
                  <a:moveTo>
                    <a:pt x="1004" y="1"/>
                  </a:moveTo>
                  <a:lnTo>
                    <a:pt x="0" y="1005"/>
                  </a:lnTo>
                  <a:lnTo>
                    <a:pt x="4464" y="1005"/>
                  </a:lnTo>
                  <a:lnTo>
                    <a:pt x="5468" y="1"/>
                  </a:ln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 name="Google Shape;131;g3952e0c021d_0_2"/>
            <p:cNvSpPr/>
            <p:nvPr/>
          </p:nvSpPr>
          <p:spPr>
            <a:xfrm>
              <a:off x="463950" y="-2710950"/>
              <a:ext cx="548500" cy="546775"/>
            </a:xfrm>
            <a:custGeom>
              <a:rect b="b" l="l" r="r" t="t"/>
              <a:pathLst>
                <a:path extrusionOk="0" h="21871" w="21940">
                  <a:moveTo>
                    <a:pt x="21785" y="1"/>
                  </a:moveTo>
                  <a:cubicBezTo>
                    <a:pt x="21750" y="1"/>
                    <a:pt x="21717" y="15"/>
                    <a:pt x="21694" y="42"/>
                  </a:cubicBezTo>
                  <a:lnTo>
                    <a:pt x="90" y="21636"/>
                  </a:lnTo>
                  <a:cubicBezTo>
                    <a:pt x="0" y="21725"/>
                    <a:pt x="67" y="21870"/>
                    <a:pt x="190" y="21870"/>
                  </a:cubicBezTo>
                  <a:cubicBezTo>
                    <a:pt x="223" y="21870"/>
                    <a:pt x="268" y="21859"/>
                    <a:pt x="290" y="21837"/>
                  </a:cubicBezTo>
                  <a:lnTo>
                    <a:pt x="21884" y="232"/>
                  </a:lnTo>
                  <a:cubicBezTo>
                    <a:pt x="21940" y="176"/>
                    <a:pt x="21940" y="87"/>
                    <a:pt x="21884" y="42"/>
                  </a:cubicBezTo>
                  <a:cubicBezTo>
                    <a:pt x="21856" y="15"/>
                    <a:pt x="21820" y="1"/>
                    <a:pt x="21785" y="1"/>
                  </a:cubicBez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 name="Google Shape;132;g3952e0c021d_0_2"/>
            <p:cNvSpPr/>
            <p:nvPr/>
          </p:nvSpPr>
          <p:spPr>
            <a:xfrm>
              <a:off x="942975" y="-1800075"/>
              <a:ext cx="549225" cy="547350"/>
            </a:xfrm>
            <a:custGeom>
              <a:rect b="b" l="l" r="r" t="t"/>
              <a:pathLst>
                <a:path extrusionOk="0" h="21894" w="21969">
                  <a:moveTo>
                    <a:pt x="21761" y="1"/>
                  </a:moveTo>
                  <a:cubicBezTo>
                    <a:pt x="21726" y="1"/>
                    <a:pt x="21690" y="16"/>
                    <a:pt x="21661" y="54"/>
                  </a:cubicBezTo>
                  <a:lnTo>
                    <a:pt x="56" y="21659"/>
                  </a:lnTo>
                  <a:cubicBezTo>
                    <a:pt x="0" y="21704"/>
                    <a:pt x="0" y="21793"/>
                    <a:pt x="56" y="21849"/>
                  </a:cubicBezTo>
                  <a:cubicBezTo>
                    <a:pt x="89" y="21882"/>
                    <a:pt x="123" y="21893"/>
                    <a:pt x="156" y="21893"/>
                  </a:cubicBezTo>
                  <a:cubicBezTo>
                    <a:pt x="190" y="21893"/>
                    <a:pt x="223" y="21882"/>
                    <a:pt x="257" y="21849"/>
                  </a:cubicBezTo>
                  <a:lnTo>
                    <a:pt x="21850" y="255"/>
                  </a:lnTo>
                  <a:cubicBezTo>
                    <a:pt x="21969" y="154"/>
                    <a:pt x="21869" y="1"/>
                    <a:pt x="21761" y="1"/>
                  </a:cubicBez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g3952e0c021d_0_2"/>
            <p:cNvSpPr/>
            <p:nvPr/>
          </p:nvSpPr>
          <p:spPr>
            <a:xfrm>
              <a:off x="295725" y="-2356925"/>
              <a:ext cx="548500" cy="547050"/>
            </a:xfrm>
            <a:custGeom>
              <a:rect b="b" l="l" r="r" t="t"/>
              <a:pathLst>
                <a:path extrusionOk="0" h="21882" w="21940">
                  <a:moveTo>
                    <a:pt x="21795" y="1"/>
                  </a:moveTo>
                  <a:cubicBezTo>
                    <a:pt x="21758" y="1"/>
                    <a:pt x="21722" y="15"/>
                    <a:pt x="21694" y="43"/>
                  </a:cubicBezTo>
                  <a:lnTo>
                    <a:pt x="89" y="21647"/>
                  </a:lnTo>
                  <a:cubicBezTo>
                    <a:pt x="0" y="21726"/>
                    <a:pt x="67" y="21882"/>
                    <a:pt x="190" y="21882"/>
                  </a:cubicBezTo>
                  <a:cubicBezTo>
                    <a:pt x="223" y="21882"/>
                    <a:pt x="268" y="21871"/>
                    <a:pt x="290" y="21837"/>
                  </a:cubicBezTo>
                  <a:lnTo>
                    <a:pt x="21895" y="244"/>
                  </a:lnTo>
                  <a:cubicBezTo>
                    <a:pt x="21940" y="188"/>
                    <a:pt x="21940" y="99"/>
                    <a:pt x="21895" y="43"/>
                  </a:cubicBezTo>
                  <a:cubicBezTo>
                    <a:pt x="21867" y="15"/>
                    <a:pt x="21831" y="1"/>
                    <a:pt x="21795" y="1"/>
                  </a:cubicBez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 name="Google Shape;134;g3952e0c021d_0_2"/>
            <p:cNvSpPr/>
            <p:nvPr/>
          </p:nvSpPr>
          <p:spPr>
            <a:xfrm>
              <a:off x="1774900" y="-1975200"/>
              <a:ext cx="248600" cy="239275"/>
            </a:xfrm>
            <a:custGeom>
              <a:rect b="b" l="l" r="r" t="t"/>
              <a:pathLst>
                <a:path extrusionOk="0" h="9571" w="9944">
                  <a:moveTo>
                    <a:pt x="5168" y="285"/>
                  </a:moveTo>
                  <a:cubicBezTo>
                    <a:pt x="7656" y="285"/>
                    <a:pt x="9665" y="2294"/>
                    <a:pt x="9665" y="4783"/>
                  </a:cubicBezTo>
                  <a:cubicBezTo>
                    <a:pt x="9665" y="6613"/>
                    <a:pt x="8571" y="8253"/>
                    <a:pt x="6886" y="8945"/>
                  </a:cubicBezTo>
                  <a:cubicBezTo>
                    <a:pt x="6328" y="9178"/>
                    <a:pt x="5742" y="9291"/>
                    <a:pt x="5161" y="9291"/>
                  </a:cubicBezTo>
                  <a:cubicBezTo>
                    <a:pt x="3991" y="9291"/>
                    <a:pt x="2841" y="8832"/>
                    <a:pt x="1976" y="7974"/>
                  </a:cubicBezTo>
                  <a:cubicBezTo>
                    <a:pt x="693" y="6680"/>
                    <a:pt x="302" y="4749"/>
                    <a:pt x="1005" y="3064"/>
                  </a:cubicBezTo>
                  <a:cubicBezTo>
                    <a:pt x="1697" y="1379"/>
                    <a:pt x="3349" y="285"/>
                    <a:pt x="5168" y="285"/>
                  </a:cubicBezTo>
                  <a:close/>
                  <a:moveTo>
                    <a:pt x="5165" y="0"/>
                  </a:moveTo>
                  <a:cubicBezTo>
                    <a:pt x="3920" y="0"/>
                    <a:pt x="2696" y="484"/>
                    <a:pt x="1786" y="1401"/>
                  </a:cubicBezTo>
                  <a:cubicBezTo>
                    <a:pt x="414" y="2774"/>
                    <a:pt x="1" y="4827"/>
                    <a:pt x="748" y="6613"/>
                  </a:cubicBezTo>
                  <a:cubicBezTo>
                    <a:pt x="1485" y="8398"/>
                    <a:pt x="3226" y="9570"/>
                    <a:pt x="5168" y="9570"/>
                  </a:cubicBezTo>
                  <a:cubicBezTo>
                    <a:pt x="7801" y="9559"/>
                    <a:pt x="9944" y="7427"/>
                    <a:pt x="9944" y="4783"/>
                  </a:cubicBezTo>
                  <a:cubicBezTo>
                    <a:pt x="9944" y="2852"/>
                    <a:pt x="8783" y="1111"/>
                    <a:pt x="6998" y="364"/>
                  </a:cubicBezTo>
                  <a:cubicBezTo>
                    <a:pt x="6406" y="119"/>
                    <a:pt x="5783" y="0"/>
                    <a:pt x="5165" y="0"/>
                  </a:cubicBez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 name="Google Shape;135;g3952e0c021d_0_2"/>
            <p:cNvSpPr/>
            <p:nvPr/>
          </p:nvSpPr>
          <p:spPr>
            <a:xfrm>
              <a:off x="1850800" y="-1908650"/>
              <a:ext cx="106300" cy="106325"/>
            </a:xfrm>
            <a:custGeom>
              <a:rect b="b" l="l" r="r" t="t"/>
              <a:pathLst>
                <a:path extrusionOk="0" h="4253" w="4252">
                  <a:moveTo>
                    <a:pt x="2132" y="0"/>
                  </a:moveTo>
                  <a:cubicBezTo>
                    <a:pt x="960" y="0"/>
                    <a:pt x="0" y="949"/>
                    <a:pt x="0" y="2121"/>
                  </a:cubicBezTo>
                  <a:cubicBezTo>
                    <a:pt x="0" y="3304"/>
                    <a:pt x="960" y="4252"/>
                    <a:pt x="2132" y="4252"/>
                  </a:cubicBezTo>
                  <a:cubicBezTo>
                    <a:pt x="3303" y="4252"/>
                    <a:pt x="4252" y="3304"/>
                    <a:pt x="4252" y="2121"/>
                  </a:cubicBezTo>
                  <a:cubicBezTo>
                    <a:pt x="4252" y="949"/>
                    <a:pt x="3303" y="0"/>
                    <a:pt x="2132" y="0"/>
                  </a:cubicBez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g3952e0c021d_0_2"/>
            <p:cNvSpPr/>
            <p:nvPr/>
          </p:nvSpPr>
          <p:spPr>
            <a:xfrm>
              <a:off x="735125" y="-2028925"/>
              <a:ext cx="184150" cy="157950"/>
            </a:xfrm>
            <a:custGeom>
              <a:rect b="b" l="l" r="r" t="t"/>
              <a:pathLst>
                <a:path extrusionOk="0" h="6318" w="7366">
                  <a:moveTo>
                    <a:pt x="4219" y="292"/>
                  </a:moveTo>
                  <a:cubicBezTo>
                    <a:pt x="5803" y="292"/>
                    <a:pt x="7087" y="1575"/>
                    <a:pt x="7087" y="3171"/>
                  </a:cubicBezTo>
                  <a:cubicBezTo>
                    <a:pt x="7087" y="4901"/>
                    <a:pt x="5670" y="6048"/>
                    <a:pt x="4191" y="6048"/>
                  </a:cubicBezTo>
                  <a:cubicBezTo>
                    <a:pt x="3485" y="6048"/>
                    <a:pt x="2764" y="5786"/>
                    <a:pt x="2176" y="5202"/>
                  </a:cubicBezTo>
                  <a:cubicBezTo>
                    <a:pt x="369" y="3383"/>
                    <a:pt x="1652" y="292"/>
                    <a:pt x="4219" y="292"/>
                  </a:cubicBezTo>
                  <a:close/>
                  <a:moveTo>
                    <a:pt x="4186" y="1"/>
                  </a:moveTo>
                  <a:cubicBezTo>
                    <a:pt x="3414" y="1"/>
                    <a:pt x="2627" y="287"/>
                    <a:pt x="1987" y="928"/>
                  </a:cubicBezTo>
                  <a:cubicBezTo>
                    <a:pt x="0" y="2925"/>
                    <a:pt x="1406" y="6318"/>
                    <a:pt x="4219" y="6318"/>
                  </a:cubicBezTo>
                  <a:cubicBezTo>
                    <a:pt x="5959" y="6318"/>
                    <a:pt x="7366" y="4912"/>
                    <a:pt x="7366" y="3171"/>
                  </a:cubicBezTo>
                  <a:cubicBezTo>
                    <a:pt x="7366" y="1266"/>
                    <a:pt x="5808" y="1"/>
                    <a:pt x="4186" y="1"/>
                  </a:cubicBez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 name="Google Shape;137;g3952e0c021d_0_2"/>
            <p:cNvSpPr/>
            <p:nvPr/>
          </p:nvSpPr>
          <p:spPr>
            <a:xfrm>
              <a:off x="803475" y="-1984150"/>
              <a:ext cx="74500" cy="69000"/>
            </a:xfrm>
            <a:custGeom>
              <a:rect b="b" l="l" r="r" t="t"/>
              <a:pathLst>
                <a:path extrusionOk="0" h="2760" w="2980">
                  <a:moveTo>
                    <a:pt x="1486" y="0"/>
                  </a:moveTo>
                  <a:cubicBezTo>
                    <a:pt x="824" y="0"/>
                    <a:pt x="234" y="484"/>
                    <a:pt x="123" y="1157"/>
                  </a:cubicBezTo>
                  <a:cubicBezTo>
                    <a:pt x="0" y="1916"/>
                    <a:pt x="514" y="2619"/>
                    <a:pt x="1273" y="2741"/>
                  </a:cubicBezTo>
                  <a:cubicBezTo>
                    <a:pt x="1347" y="2754"/>
                    <a:pt x="1421" y="2760"/>
                    <a:pt x="1494" y="2760"/>
                  </a:cubicBezTo>
                  <a:cubicBezTo>
                    <a:pt x="2157" y="2760"/>
                    <a:pt x="2747" y="2276"/>
                    <a:pt x="2857" y="1603"/>
                  </a:cubicBezTo>
                  <a:cubicBezTo>
                    <a:pt x="2980" y="844"/>
                    <a:pt x="2467" y="141"/>
                    <a:pt x="1708" y="18"/>
                  </a:cubicBezTo>
                  <a:cubicBezTo>
                    <a:pt x="1633" y="6"/>
                    <a:pt x="1559" y="0"/>
                    <a:pt x="1486" y="0"/>
                  </a:cubicBez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id="138" name="Google Shape;138;g3952e0c021d_0_2"/>
          <p:cNvPicPr preferRelativeResize="0"/>
          <p:nvPr/>
        </p:nvPicPr>
        <p:blipFill rotWithShape="1">
          <a:blip r:embed="rId3">
            <a:alphaModFix/>
          </a:blip>
          <a:srcRect b="0" l="0" r="0" t="0"/>
          <a:stretch/>
        </p:blipFill>
        <p:spPr>
          <a:xfrm>
            <a:off x="7737344" y="122960"/>
            <a:ext cx="1406656" cy="520420"/>
          </a:xfrm>
          <a:prstGeom prst="rect">
            <a:avLst/>
          </a:prstGeom>
          <a:noFill/>
          <a:ln>
            <a:noFill/>
          </a:ln>
        </p:spPr>
      </p:pic>
      <p:sp>
        <p:nvSpPr>
          <p:cNvPr id="139" name="Google Shape;139;g3952e0c021d_0_2"/>
          <p:cNvSpPr txBox="1"/>
          <p:nvPr/>
        </p:nvSpPr>
        <p:spPr>
          <a:xfrm>
            <a:off x="38625" y="708225"/>
            <a:ext cx="9144000" cy="38913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400"/>
              </a:spcBef>
              <a:spcAft>
                <a:spcPts val="0"/>
              </a:spcAft>
              <a:buNone/>
            </a:pPr>
            <a:r>
              <a:rPr b="1" lang="en-US" sz="1200">
                <a:solidFill>
                  <a:schemeClr val="dk1"/>
                </a:solidFill>
              </a:rPr>
              <a:t>Objectives:</a:t>
            </a:r>
            <a:endParaRPr b="1" sz="1200">
              <a:solidFill>
                <a:schemeClr val="dk1"/>
              </a:solidFill>
            </a:endParaRPr>
          </a:p>
          <a:p>
            <a:pPr indent="-304800" lvl="0" marL="457200" rtl="0" algn="l">
              <a:lnSpc>
                <a:spcPct val="115000"/>
              </a:lnSpc>
              <a:spcBef>
                <a:spcPts val="400"/>
              </a:spcBef>
              <a:spcAft>
                <a:spcPts val="0"/>
              </a:spcAft>
              <a:buClr>
                <a:schemeClr val="dk1"/>
              </a:buClr>
              <a:buSzPts val="1200"/>
              <a:buChar char="●"/>
            </a:pPr>
            <a:r>
              <a:rPr lang="en-US" sz="1200">
                <a:solidFill>
                  <a:schemeClr val="dk1"/>
                </a:solidFill>
              </a:rPr>
              <a:t>To develop an efficient and accurate model for cotton crop disease detection and classification.</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US" sz="1200">
                <a:solidFill>
                  <a:schemeClr val="dk1"/>
                </a:solidFill>
              </a:rPr>
              <a:t>To enhance model accuracy through transfer learning </a:t>
            </a:r>
            <a:r>
              <a:rPr lang="en-US" sz="1200">
                <a:solidFill>
                  <a:schemeClr val="dk1"/>
                </a:solidFill>
              </a:rPr>
              <a:t>models like MobileNetV2 and ResNet </a:t>
            </a:r>
            <a:r>
              <a:rPr lang="en-US" sz="1200">
                <a:solidFill>
                  <a:schemeClr val="dk1"/>
                </a:solidFill>
              </a:rPr>
              <a:t>and advanced data augmentation techniques.</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US" sz="1200">
                <a:solidFill>
                  <a:schemeClr val="dk1"/>
                </a:solidFill>
              </a:rPr>
              <a:t>To support farmers through explainable AI by providing transparent, data-driven recommendations for pest and disease management.</a:t>
            </a:r>
            <a:endParaRPr sz="1200">
              <a:solidFill>
                <a:schemeClr val="dk1"/>
              </a:solidFill>
            </a:endParaRPr>
          </a:p>
          <a:p>
            <a:pPr indent="0" lvl="0" marL="0" rtl="0" algn="l">
              <a:lnSpc>
                <a:spcPct val="150000"/>
              </a:lnSpc>
              <a:spcBef>
                <a:spcPts val="1000"/>
              </a:spcBef>
              <a:spcAft>
                <a:spcPts val="0"/>
              </a:spcAft>
              <a:buNone/>
            </a:pPr>
            <a:r>
              <a:rPr b="1" lang="en-US" sz="1200">
                <a:solidFill>
                  <a:schemeClr val="dk1"/>
                </a:solidFill>
              </a:rPr>
              <a:t>Methodology for Data collection, curation, annotation:</a:t>
            </a:r>
            <a:endParaRPr b="1" sz="1200">
              <a:solidFill>
                <a:schemeClr val="dk1"/>
              </a:solidFill>
            </a:endParaRPr>
          </a:p>
          <a:p>
            <a:pPr indent="0" lvl="0" marL="0" rtl="0" algn="l">
              <a:lnSpc>
                <a:spcPct val="100000"/>
              </a:lnSpc>
              <a:spcBef>
                <a:spcPts val="0"/>
              </a:spcBef>
              <a:spcAft>
                <a:spcPts val="0"/>
              </a:spcAft>
              <a:buNone/>
            </a:pPr>
            <a:r>
              <a:rPr lang="en-US" sz="1200">
                <a:solidFill>
                  <a:schemeClr val="dk1"/>
                </a:solidFill>
              </a:rPr>
              <a:t>Images of healthy and diseased cotton leaves were collected from open agricultural datasets for training and from field sources for testing. The testing images were cleaned, resized, and standardized for consistency, with duplicates and low-quality samples removed. Each image was then manually labeled according to its disease class, such as bacterial blight, boll rot, or healthy.</a:t>
            </a:r>
            <a:endParaRPr sz="1200">
              <a:solidFill>
                <a:schemeClr val="dk1"/>
              </a:solidFill>
            </a:endParaRPr>
          </a:p>
          <a:p>
            <a:pPr indent="0" lvl="0" marL="0" rtl="0" algn="l">
              <a:lnSpc>
                <a:spcPct val="150000"/>
              </a:lnSpc>
              <a:spcBef>
                <a:spcPts val="1000"/>
              </a:spcBef>
              <a:spcAft>
                <a:spcPts val="0"/>
              </a:spcAft>
              <a:buNone/>
            </a:pPr>
            <a:r>
              <a:rPr b="1" lang="en-US" sz="1200">
                <a:solidFill>
                  <a:schemeClr val="dk1"/>
                </a:solidFill>
              </a:rPr>
              <a:t>Methodology for ML Development:</a:t>
            </a:r>
            <a:endParaRPr b="1" sz="1200">
              <a:solidFill>
                <a:schemeClr val="dk1"/>
              </a:solidFill>
            </a:endParaRPr>
          </a:p>
          <a:p>
            <a:pPr indent="-304800" lvl="0" marL="457200" rtl="0" algn="l">
              <a:lnSpc>
                <a:spcPct val="100000"/>
              </a:lnSpc>
              <a:spcBef>
                <a:spcPts val="0"/>
              </a:spcBef>
              <a:spcAft>
                <a:spcPts val="0"/>
              </a:spcAft>
              <a:buClr>
                <a:schemeClr val="dk1"/>
              </a:buClr>
              <a:buSzPts val="1200"/>
              <a:buChar char="●"/>
            </a:pPr>
            <a:r>
              <a:rPr lang="en-US" sz="1200">
                <a:solidFill>
                  <a:schemeClr val="dk1"/>
                </a:solidFill>
              </a:rPr>
              <a:t>Initially, handcrafted features like color histograms and LBP were used with SVM and Random Forest models. Random Forest performed best with 82% accuracy.</a:t>
            </a:r>
            <a:endParaRPr sz="1200">
              <a:solidFill>
                <a:schemeClr val="dk1"/>
              </a:solidFill>
            </a:endParaRPr>
          </a:p>
          <a:p>
            <a:pPr indent="-304800" lvl="0" marL="457200" rtl="0" algn="l">
              <a:lnSpc>
                <a:spcPct val="100000"/>
              </a:lnSpc>
              <a:spcBef>
                <a:spcPts val="0"/>
              </a:spcBef>
              <a:spcAft>
                <a:spcPts val="0"/>
              </a:spcAft>
              <a:buClr>
                <a:schemeClr val="dk1"/>
              </a:buClr>
              <a:buSzPts val="1200"/>
              <a:buChar char="●"/>
            </a:pPr>
            <a:r>
              <a:rPr lang="en-US" sz="1200">
                <a:solidFill>
                  <a:schemeClr val="dk1"/>
                </a:solidFill>
              </a:rPr>
              <a:t>To achieve better results, a custom CNN was developed, followed by transfer learning using MobileNetV2 and ResNet. With data augmentation and fine-tuning, MobileNetV2 achieved 93.91% accuracy, showing significant improvement over traditional methods.</a:t>
            </a:r>
            <a:endParaRPr sz="1200">
              <a:solidFill>
                <a:schemeClr val="dk1"/>
              </a:solidFill>
            </a:endParaRPr>
          </a:p>
          <a:p>
            <a:pPr indent="0" lvl="0" marL="0" marR="0" rtl="0" algn="l">
              <a:lnSpc>
                <a:spcPct val="150000"/>
              </a:lnSpc>
              <a:spcBef>
                <a:spcPts val="0"/>
              </a:spcBef>
              <a:spcAft>
                <a:spcPts val="0"/>
              </a:spcAft>
              <a:buNone/>
            </a:pPr>
            <a:r>
              <a:t/>
            </a:r>
            <a:endParaRPr sz="12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g3952e0c021d_0_44"/>
          <p:cNvSpPr/>
          <p:nvPr/>
        </p:nvSpPr>
        <p:spPr>
          <a:xfrm>
            <a:off x="-1" y="203470"/>
            <a:ext cx="7517100" cy="385500"/>
          </a:xfrm>
          <a:prstGeom prst="rect">
            <a:avLst/>
          </a:pr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lang="en-US" sz="2800">
                <a:solidFill>
                  <a:srgbClr val="FFFFFF"/>
                </a:solidFill>
                <a:latin typeface="Calibri"/>
                <a:ea typeface="Calibri"/>
                <a:cs typeface="Calibri"/>
                <a:sym typeface="Calibri"/>
              </a:rPr>
              <a:t>Cotton Crop Disease Predictor</a:t>
            </a:r>
            <a:endParaRPr b="0" i="0" sz="2800" u="none" cap="none" strike="noStrike">
              <a:solidFill>
                <a:srgbClr val="FFFFFF"/>
              </a:solidFill>
              <a:latin typeface="Calibri"/>
              <a:ea typeface="Calibri"/>
              <a:cs typeface="Calibri"/>
              <a:sym typeface="Calibri"/>
            </a:endParaRPr>
          </a:p>
        </p:txBody>
      </p:sp>
      <p:sp>
        <p:nvSpPr>
          <p:cNvPr id="145" name="Google Shape;145;g3952e0c021d_0_4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grpSp>
        <p:nvGrpSpPr>
          <p:cNvPr id="146" name="Google Shape;146;g3952e0c021d_0_44"/>
          <p:cNvGrpSpPr/>
          <p:nvPr/>
        </p:nvGrpSpPr>
        <p:grpSpPr>
          <a:xfrm flipH="1">
            <a:off x="-1078189" y="3951767"/>
            <a:ext cx="1929500" cy="2210100"/>
            <a:chOff x="295725" y="-3462825"/>
            <a:chExt cx="1929500" cy="2210100"/>
          </a:xfrm>
        </p:grpSpPr>
        <p:sp>
          <p:nvSpPr>
            <p:cNvPr id="147" name="Google Shape;147;g3952e0c021d_0_44"/>
            <p:cNvSpPr/>
            <p:nvPr/>
          </p:nvSpPr>
          <p:spPr>
            <a:xfrm>
              <a:off x="1089425" y="-3462825"/>
              <a:ext cx="700025" cy="959400"/>
            </a:xfrm>
            <a:custGeom>
              <a:rect b="b" l="l" r="r" t="t"/>
              <a:pathLst>
                <a:path extrusionOk="0" h="38376" w="28001">
                  <a:moveTo>
                    <a:pt x="27849" y="1"/>
                  </a:moveTo>
                  <a:cubicBezTo>
                    <a:pt x="27816" y="1"/>
                    <a:pt x="27782" y="15"/>
                    <a:pt x="27755" y="43"/>
                  </a:cubicBezTo>
                  <a:lnTo>
                    <a:pt x="10736" y="17061"/>
                  </a:lnTo>
                  <a:cubicBezTo>
                    <a:pt x="10703" y="17083"/>
                    <a:pt x="10692" y="17117"/>
                    <a:pt x="10692" y="17161"/>
                  </a:cubicBezTo>
                  <a:lnTo>
                    <a:pt x="10692" y="27495"/>
                  </a:lnTo>
                  <a:lnTo>
                    <a:pt x="57" y="38130"/>
                  </a:lnTo>
                  <a:cubicBezTo>
                    <a:pt x="1" y="38186"/>
                    <a:pt x="1" y="38275"/>
                    <a:pt x="57" y="38331"/>
                  </a:cubicBezTo>
                  <a:cubicBezTo>
                    <a:pt x="79" y="38353"/>
                    <a:pt x="124" y="38375"/>
                    <a:pt x="157" y="38375"/>
                  </a:cubicBezTo>
                  <a:cubicBezTo>
                    <a:pt x="191" y="38375"/>
                    <a:pt x="235" y="38353"/>
                    <a:pt x="258" y="38331"/>
                  </a:cubicBezTo>
                  <a:lnTo>
                    <a:pt x="10937" y="27651"/>
                  </a:lnTo>
                  <a:cubicBezTo>
                    <a:pt x="10960" y="27629"/>
                    <a:pt x="10971" y="27595"/>
                    <a:pt x="10971" y="27551"/>
                  </a:cubicBezTo>
                  <a:lnTo>
                    <a:pt x="10971" y="17206"/>
                  </a:lnTo>
                  <a:lnTo>
                    <a:pt x="27944" y="232"/>
                  </a:lnTo>
                  <a:cubicBezTo>
                    <a:pt x="28000" y="188"/>
                    <a:pt x="28000" y="98"/>
                    <a:pt x="27944" y="43"/>
                  </a:cubicBezTo>
                  <a:cubicBezTo>
                    <a:pt x="27916" y="15"/>
                    <a:pt x="27883" y="1"/>
                    <a:pt x="27849" y="1"/>
                  </a:cubicBez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 name="Google Shape;148;g3952e0c021d_0_44"/>
            <p:cNvSpPr/>
            <p:nvPr/>
          </p:nvSpPr>
          <p:spPr>
            <a:xfrm>
              <a:off x="1064875" y="-2535525"/>
              <a:ext cx="56950" cy="56925"/>
            </a:xfrm>
            <a:custGeom>
              <a:rect b="b" l="l" r="r" t="t"/>
              <a:pathLst>
                <a:path extrusionOk="0" h="2277" w="2278">
                  <a:moveTo>
                    <a:pt x="1139" y="0"/>
                  </a:moveTo>
                  <a:cubicBezTo>
                    <a:pt x="514" y="0"/>
                    <a:pt x="1" y="513"/>
                    <a:pt x="1" y="1138"/>
                  </a:cubicBezTo>
                  <a:cubicBezTo>
                    <a:pt x="1" y="1763"/>
                    <a:pt x="514" y="2277"/>
                    <a:pt x="1139" y="2277"/>
                  </a:cubicBezTo>
                  <a:cubicBezTo>
                    <a:pt x="1764" y="2277"/>
                    <a:pt x="2277" y="1763"/>
                    <a:pt x="2277" y="1138"/>
                  </a:cubicBezTo>
                  <a:cubicBezTo>
                    <a:pt x="2277" y="513"/>
                    <a:pt x="1764" y="0"/>
                    <a:pt x="1139" y="0"/>
                  </a:cubicBez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 name="Google Shape;149;g3952e0c021d_0_44"/>
            <p:cNvSpPr/>
            <p:nvPr/>
          </p:nvSpPr>
          <p:spPr>
            <a:xfrm>
              <a:off x="1212200" y="-2944175"/>
              <a:ext cx="869900" cy="1026350"/>
            </a:xfrm>
            <a:custGeom>
              <a:rect b="b" l="l" r="r" t="t"/>
              <a:pathLst>
                <a:path extrusionOk="0" h="41054" w="34796">
                  <a:moveTo>
                    <a:pt x="34639" y="0"/>
                  </a:moveTo>
                  <a:cubicBezTo>
                    <a:pt x="34603" y="0"/>
                    <a:pt x="34567" y="14"/>
                    <a:pt x="34539" y="42"/>
                  </a:cubicBezTo>
                  <a:lnTo>
                    <a:pt x="6026" y="28555"/>
                  </a:lnTo>
                  <a:cubicBezTo>
                    <a:pt x="6004" y="28577"/>
                    <a:pt x="5993" y="28610"/>
                    <a:pt x="5993" y="28655"/>
                  </a:cubicBezTo>
                  <a:lnTo>
                    <a:pt x="5993" y="34915"/>
                  </a:lnTo>
                  <a:lnTo>
                    <a:pt x="89" y="40808"/>
                  </a:lnTo>
                  <a:cubicBezTo>
                    <a:pt x="0" y="40897"/>
                    <a:pt x="56" y="41042"/>
                    <a:pt x="190" y="41053"/>
                  </a:cubicBezTo>
                  <a:cubicBezTo>
                    <a:pt x="223" y="41053"/>
                    <a:pt x="257" y="41042"/>
                    <a:pt x="290" y="41008"/>
                  </a:cubicBezTo>
                  <a:lnTo>
                    <a:pt x="6227" y="35072"/>
                  </a:lnTo>
                  <a:cubicBezTo>
                    <a:pt x="6249" y="35049"/>
                    <a:pt x="6272" y="35016"/>
                    <a:pt x="6272" y="34971"/>
                  </a:cubicBezTo>
                  <a:lnTo>
                    <a:pt x="6272" y="28711"/>
                  </a:lnTo>
                  <a:lnTo>
                    <a:pt x="34740" y="232"/>
                  </a:lnTo>
                  <a:cubicBezTo>
                    <a:pt x="34795" y="176"/>
                    <a:pt x="34795" y="87"/>
                    <a:pt x="34740" y="42"/>
                  </a:cubicBezTo>
                  <a:cubicBezTo>
                    <a:pt x="34712" y="14"/>
                    <a:pt x="34675" y="0"/>
                    <a:pt x="34639" y="0"/>
                  </a:cubicBez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 name="Google Shape;150;g3952e0c021d_0_44"/>
            <p:cNvSpPr/>
            <p:nvPr/>
          </p:nvSpPr>
          <p:spPr>
            <a:xfrm>
              <a:off x="1577675" y="-2592175"/>
              <a:ext cx="155125" cy="154875"/>
            </a:xfrm>
            <a:custGeom>
              <a:rect b="b" l="l" r="r" t="t"/>
              <a:pathLst>
                <a:path extrusionOk="0" h="6195" w="6205">
                  <a:moveTo>
                    <a:pt x="6160" y="1"/>
                  </a:moveTo>
                  <a:lnTo>
                    <a:pt x="0" y="6150"/>
                  </a:lnTo>
                  <a:lnTo>
                    <a:pt x="1395" y="6194"/>
                  </a:lnTo>
                  <a:lnTo>
                    <a:pt x="6205" y="1384"/>
                  </a:lnTo>
                  <a:lnTo>
                    <a:pt x="6160" y="1"/>
                  </a:ln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 name="Google Shape;151;g3952e0c021d_0_44"/>
            <p:cNvSpPr/>
            <p:nvPr/>
          </p:nvSpPr>
          <p:spPr>
            <a:xfrm>
              <a:off x="1188475" y="-1949950"/>
              <a:ext cx="56950" cy="56950"/>
            </a:xfrm>
            <a:custGeom>
              <a:rect b="b" l="l" r="r" t="t"/>
              <a:pathLst>
                <a:path extrusionOk="0" h="2278" w="2278">
                  <a:moveTo>
                    <a:pt x="1139" y="1"/>
                  </a:moveTo>
                  <a:cubicBezTo>
                    <a:pt x="503" y="1"/>
                    <a:pt x="1" y="514"/>
                    <a:pt x="1" y="1139"/>
                  </a:cubicBezTo>
                  <a:cubicBezTo>
                    <a:pt x="1" y="1775"/>
                    <a:pt x="503" y="2277"/>
                    <a:pt x="1139" y="2277"/>
                  </a:cubicBezTo>
                  <a:cubicBezTo>
                    <a:pt x="1764" y="2277"/>
                    <a:pt x="2277" y="1775"/>
                    <a:pt x="2277" y="1139"/>
                  </a:cubicBezTo>
                  <a:cubicBezTo>
                    <a:pt x="2277" y="514"/>
                    <a:pt x="1764" y="1"/>
                    <a:pt x="1139" y="1"/>
                  </a:cubicBez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 name="Google Shape;152;g3952e0c021d_0_44"/>
            <p:cNvSpPr/>
            <p:nvPr/>
          </p:nvSpPr>
          <p:spPr>
            <a:xfrm>
              <a:off x="2043025" y="-3122375"/>
              <a:ext cx="38525" cy="38650"/>
            </a:xfrm>
            <a:custGeom>
              <a:rect b="b" l="l" r="r" t="t"/>
              <a:pathLst>
                <a:path extrusionOk="0" h="1546" w="1541">
                  <a:moveTo>
                    <a:pt x="768" y="1"/>
                  </a:moveTo>
                  <a:cubicBezTo>
                    <a:pt x="525" y="1"/>
                    <a:pt x="283" y="117"/>
                    <a:pt x="134" y="340"/>
                  </a:cubicBezTo>
                  <a:cubicBezTo>
                    <a:pt x="100" y="385"/>
                    <a:pt x="78" y="441"/>
                    <a:pt x="56" y="486"/>
                  </a:cubicBezTo>
                  <a:cubicBezTo>
                    <a:pt x="45" y="530"/>
                    <a:pt x="22" y="575"/>
                    <a:pt x="11" y="619"/>
                  </a:cubicBezTo>
                  <a:cubicBezTo>
                    <a:pt x="11" y="675"/>
                    <a:pt x="0" y="720"/>
                    <a:pt x="0" y="776"/>
                  </a:cubicBezTo>
                  <a:cubicBezTo>
                    <a:pt x="0" y="1200"/>
                    <a:pt x="346" y="1546"/>
                    <a:pt x="770" y="1546"/>
                  </a:cubicBezTo>
                  <a:cubicBezTo>
                    <a:pt x="1194" y="1546"/>
                    <a:pt x="1540" y="1200"/>
                    <a:pt x="1540" y="776"/>
                  </a:cubicBezTo>
                  <a:cubicBezTo>
                    <a:pt x="1540" y="720"/>
                    <a:pt x="1529" y="675"/>
                    <a:pt x="1518" y="619"/>
                  </a:cubicBezTo>
                  <a:cubicBezTo>
                    <a:pt x="1507" y="575"/>
                    <a:pt x="1495" y="530"/>
                    <a:pt x="1473" y="486"/>
                  </a:cubicBezTo>
                  <a:cubicBezTo>
                    <a:pt x="1462" y="441"/>
                    <a:pt x="1440" y="385"/>
                    <a:pt x="1406" y="340"/>
                  </a:cubicBezTo>
                  <a:cubicBezTo>
                    <a:pt x="1384" y="307"/>
                    <a:pt x="1350" y="262"/>
                    <a:pt x="1306" y="229"/>
                  </a:cubicBezTo>
                  <a:cubicBezTo>
                    <a:pt x="1157" y="75"/>
                    <a:pt x="962" y="1"/>
                    <a:pt x="768" y="1"/>
                  </a:cubicBez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g3952e0c021d_0_44"/>
            <p:cNvSpPr/>
            <p:nvPr/>
          </p:nvSpPr>
          <p:spPr>
            <a:xfrm>
              <a:off x="1472200" y="-3028150"/>
              <a:ext cx="522225" cy="509375"/>
            </a:xfrm>
            <a:custGeom>
              <a:rect b="b" l="l" r="r" t="t"/>
              <a:pathLst>
                <a:path extrusionOk="0" h="20375" w="20889">
                  <a:moveTo>
                    <a:pt x="19848" y="0"/>
                  </a:moveTo>
                  <a:cubicBezTo>
                    <a:pt x="19750" y="0"/>
                    <a:pt x="19647" y="20"/>
                    <a:pt x="19541" y="64"/>
                  </a:cubicBezTo>
                  <a:cubicBezTo>
                    <a:pt x="18760" y="388"/>
                    <a:pt x="18994" y="1537"/>
                    <a:pt x="19842" y="1537"/>
                  </a:cubicBezTo>
                  <a:cubicBezTo>
                    <a:pt x="20043" y="1537"/>
                    <a:pt x="20233" y="1459"/>
                    <a:pt x="20378" y="1314"/>
                  </a:cubicBezTo>
                  <a:cubicBezTo>
                    <a:pt x="20888" y="794"/>
                    <a:pt x="20468" y="0"/>
                    <a:pt x="19848" y="0"/>
                  </a:cubicBezTo>
                  <a:close/>
                  <a:moveTo>
                    <a:pt x="16078" y="3761"/>
                  </a:moveTo>
                  <a:cubicBezTo>
                    <a:pt x="15972" y="3761"/>
                    <a:pt x="15860" y="3784"/>
                    <a:pt x="15747" y="3836"/>
                  </a:cubicBezTo>
                  <a:cubicBezTo>
                    <a:pt x="14999" y="4182"/>
                    <a:pt x="15245" y="5309"/>
                    <a:pt x="16070" y="5309"/>
                  </a:cubicBezTo>
                  <a:cubicBezTo>
                    <a:pt x="16294" y="5309"/>
                    <a:pt x="16506" y="5209"/>
                    <a:pt x="16651" y="5030"/>
                  </a:cubicBezTo>
                  <a:cubicBezTo>
                    <a:pt x="17105" y="4500"/>
                    <a:pt x="16676" y="3761"/>
                    <a:pt x="16078" y="3761"/>
                  </a:cubicBezTo>
                  <a:close/>
                  <a:moveTo>
                    <a:pt x="12319" y="7533"/>
                  </a:moveTo>
                  <a:cubicBezTo>
                    <a:pt x="12220" y="7533"/>
                    <a:pt x="12115" y="7553"/>
                    <a:pt x="12008" y="7597"/>
                  </a:cubicBezTo>
                  <a:cubicBezTo>
                    <a:pt x="11238" y="7921"/>
                    <a:pt x="11462" y="9070"/>
                    <a:pt x="12310" y="9070"/>
                  </a:cubicBezTo>
                  <a:cubicBezTo>
                    <a:pt x="12511" y="9070"/>
                    <a:pt x="12700" y="8992"/>
                    <a:pt x="12845" y="8847"/>
                  </a:cubicBezTo>
                  <a:cubicBezTo>
                    <a:pt x="13356" y="8327"/>
                    <a:pt x="12944" y="7533"/>
                    <a:pt x="12319" y="7533"/>
                  </a:cubicBezTo>
                  <a:close/>
                  <a:moveTo>
                    <a:pt x="8545" y="11293"/>
                  </a:moveTo>
                  <a:cubicBezTo>
                    <a:pt x="8439" y="11293"/>
                    <a:pt x="8327" y="11317"/>
                    <a:pt x="8214" y="11369"/>
                  </a:cubicBezTo>
                  <a:cubicBezTo>
                    <a:pt x="7466" y="11715"/>
                    <a:pt x="7712" y="12842"/>
                    <a:pt x="8538" y="12842"/>
                  </a:cubicBezTo>
                  <a:cubicBezTo>
                    <a:pt x="8761" y="12842"/>
                    <a:pt x="8973" y="12742"/>
                    <a:pt x="9118" y="12563"/>
                  </a:cubicBezTo>
                  <a:cubicBezTo>
                    <a:pt x="9573" y="12033"/>
                    <a:pt x="9143" y="11293"/>
                    <a:pt x="8545" y="11293"/>
                  </a:cubicBezTo>
                  <a:close/>
                  <a:moveTo>
                    <a:pt x="4784" y="15066"/>
                  </a:moveTo>
                  <a:cubicBezTo>
                    <a:pt x="4686" y="15066"/>
                    <a:pt x="4582" y="15086"/>
                    <a:pt x="4476" y="15130"/>
                  </a:cubicBezTo>
                  <a:cubicBezTo>
                    <a:pt x="3706" y="15442"/>
                    <a:pt x="3929" y="16603"/>
                    <a:pt x="4777" y="16603"/>
                  </a:cubicBezTo>
                  <a:cubicBezTo>
                    <a:pt x="4978" y="16603"/>
                    <a:pt x="5168" y="16525"/>
                    <a:pt x="5313" y="16380"/>
                  </a:cubicBezTo>
                  <a:cubicBezTo>
                    <a:pt x="5824" y="15868"/>
                    <a:pt x="5410" y="15066"/>
                    <a:pt x="4784" y="15066"/>
                  </a:cubicBezTo>
                  <a:close/>
                  <a:moveTo>
                    <a:pt x="991" y="18820"/>
                  </a:moveTo>
                  <a:cubicBezTo>
                    <a:pt x="795" y="18820"/>
                    <a:pt x="593" y="18903"/>
                    <a:pt x="425" y="19102"/>
                  </a:cubicBezTo>
                  <a:cubicBezTo>
                    <a:pt x="1" y="19605"/>
                    <a:pt x="347" y="20363"/>
                    <a:pt x="1005" y="20375"/>
                  </a:cubicBezTo>
                  <a:cubicBezTo>
                    <a:pt x="1228" y="20375"/>
                    <a:pt x="1440" y="20274"/>
                    <a:pt x="1585" y="20096"/>
                  </a:cubicBezTo>
                  <a:cubicBezTo>
                    <a:pt x="2084" y="19523"/>
                    <a:pt x="1562" y="18820"/>
                    <a:pt x="991" y="18820"/>
                  </a:cubicBez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 name="Google Shape;154;g3952e0c021d_0_44"/>
            <p:cNvSpPr/>
            <p:nvPr/>
          </p:nvSpPr>
          <p:spPr>
            <a:xfrm>
              <a:off x="1384050" y="-2463000"/>
              <a:ext cx="38250" cy="38250"/>
            </a:xfrm>
            <a:custGeom>
              <a:rect b="b" l="l" r="r" t="t"/>
              <a:pathLst>
                <a:path extrusionOk="0" h="1530" w="1530">
                  <a:moveTo>
                    <a:pt x="770" y="1"/>
                  </a:moveTo>
                  <a:cubicBezTo>
                    <a:pt x="346" y="1"/>
                    <a:pt x="0" y="335"/>
                    <a:pt x="0" y="759"/>
                  </a:cubicBezTo>
                  <a:cubicBezTo>
                    <a:pt x="0" y="1183"/>
                    <a:pt x="346" y="1529"/>
                    <a:pt x="770" y="1529"/>
                  </a:cubicBezTo>
                  <a:cubicBezTo>
                    <a:pt x="971" y="1529"/>
                    <a:pt x="1161" y="1451"/>
                    <a:pt x="1306" y="1306"/>
                  </a:cubicBezTo>
                  <a:cubicBezTo>
                    <a:pt x="1339" y="1273"/>
                    <a:pt x="1373" y="1228"/>
                    <a:pt x="1406" y="1195"/>
                  </a:cubicBezTo>
                  <a:cubicBezTo>
                    <a:pt x="1429" y="1150"/>
                    <a:pt x="1451" y="1094"/>
                    <a:pt x="1473" y="1050"/>
                  </a:cubicBezTo>
                  <a:cubicBezTo>
                    <a:pt x="1496" y="1005"/>
                    <a:pt x="1507" y="960"/>
                    <a:pt x="1518" y="916"/>
                  </a:cubicBezTo>
                  <a:cubicBezTo>
                    <a:pt x="1529" y="860"/>
                    <a:pt x="1529" y="815"/>
                    <a:pt x="1529" y="759"/>
                  </a:cubicBezTo>
                  <a:cubicBezTo>
                    <a:pt x="1529" y="335"/>
                    <a:pt x="1183" y="1"/>
                    <a:pt x="770" y="1"/>
                  </a:cubicBez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 name="Google Shape;155;g3952e0c021d_0_44"/>
            <p:cNvSpPr/>
            <p:nvPr/>
          </p:nvSpPr>
          <p:spPr>
            <a:xfrm>
              <a:off x="1108400" y="-3240375"/>
              <a:ext cx="38250" cy="38650"/>
            </a:xfrm>
            <a:custGeom>
              <a:rect b="b" l="l" r="r" t="t"/>
              <a:pathLst>
                <a:path extrusionOk="0" h="1546" w="1530">
                  <a:moveTo>
                    <a:pt x="763" y="0"/>
                  </a:moveTo>
                  <a:cubicBezTo>
                    <a:pt x="568" y="0"/>
                    <a:pt x="373" y="75"/>
                    <a:pt x="224" y="228"/>
                  </a:cubicBezTo>
                  <a:cubicBezTo>
                    <a:pt x="190" y="262"/>
                    <a:pt x="157" y="295"/>
                    <a:pt x="123" y="340"/>
                  </a:cubicBezTo>
                  <a:cubicBezTo>
                    <a:pt x="101" y="385"/>
                    <a:pt x="79" y="429"/>
                    <a:pt x="57" y="485"/>
                  </a:cubicBezTo>
                  <a:cubicBezTo>
                    <a:pt x="34" y="530"/>
                    <a:pt x="23" y="574"/>
                    <a:pt x="12" y="619"/>
                  </a:cubicBezTo>
                  <a:cubicBezTo>
                    <a:pt x="1" y="664"/>
                    <a:pt x="1" y="719"/>
                    <a:pt x="1" y="775"/>
                  </a:cubicBezTo>
                  <a:cubicBezTo>
                    <a:pt x="1" y="820"/>
                    <a:pt x="1" y="865"/>
                    <a:pt x="12" y="920"/>
                  </a:cubicBezTo>
                  <a:cubicBezTo>
                    <a:pt x="23" y="965"/>
                    <a:pt x="34" y="1010"/>
                    <a:pt x="57" y="1054"/>
                  </a:cubicBezTo>
                  <a:cubicBezTo>
                    <a:pt x="79" y="1110"/>
                    <a:pt x="101" y="1155"/>
                    <a:pt x="123" y="1199"/>
                  </a:cubicBezTo>
                  <a:cubicBezTo>
                    <a:pt x="269" y="1411"/>
                    <a:pt x="503" y="1534"/>
                    <a:pt x="760" y="1545"/>
                  </a:cubicBezTo>
                  <a:cubicBezTo>
                    <a:pt x="972" y="1534"/>
                    <a:pt x="1161" y="1456"/>
                    <a:pt x="1306" y="1311"/>
                  </a:cubicBezTo>
                  <a:cubicBezTo>
                    <a:pt x="1340" y="1277"/>
                    <a:pt x="1373" y="1244"/>
                    <a:pt x="1407" y="1199"/>
                  </a:cubicBezTo>
                  <a:cubicBezTo>
                    <a:pt x="1429" y="1155"/>
                    <a:pt x="1451" y="1110"/>
                    <a:pt x="1474" y="1054"/>
                  </a:cubicBezTo>
                  <a:cubicBezTo>
                    <a:pt x="1496" y="1010"/>
                    <a:pt x="1507" y="965"/>
                    <a:pt x="1518" y="920"/>
                  </a:cubicBezTo>
                  <a:cubicBezTo>
                    <a:pt x="1530" y="865"/>
                    <a:pt x="1530" y="820"/>
                    <a:pt x="1530" y="775"/>
                  </a:cubicBezTo>
                  <a:cubicBezTo>
                    <a:pt x="1530" y="719"/>
                    <a:pt x="1530" y="664"/>
                    <a:pt x="1518" y="619"/>
                  </a:cubicBezTo>
                  <a:cubicBezTo>
                    <a:pt x="1507" y="574"/>
                    <a:pt x="1496" y="530"/>
                    <a:pt x="1474" y="485"/>
                  </a:cubicBezTo>
                  <a:cubicBezTo>
                    <a:pt x="1451" y="429"/>
                    <a:pt x="1429" y="385"/>
                    <a:pt x="1407" y="340"/>
                  </a:cubicBezTo>
                  <a:cubicBezTo>
                    <a:pt x="1252" y="117"/>
                    <a:pt x="1007" y="0"/>
                    <a:pt x="763" y="0"/>
                  </a:cubicBez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g3952e0c021d_0_44"/>
            <p:cNvSpPr/>
            <p:nvPr/>
          </p:nvSpPr>
          <p:spPr>
            <a:xfrm>
              <a:off x="537050" y="-3146175"/>
              <a:ext cx="522775" cy="509125"/>
            </a:xfrm>
            <a:custGeom>
              <a:rect b="b" l="l" r="r" t="t"/>
              <a:pathLst>
                <a:path extrusionOk="0" h="20365" w="20911">
                  <a:moveTo>
                    <a:pt x="19870" y="1"/>
                  </a:moveTo>
                  <a:cubicBezTo>
                    <a:pt x="19772" y="1"/>
                    <a:pt x="19668" y="21"/>
                    <a:pt x="19563" y="65"/>
                  </a:cubicBezTo>
                  <a:cubicBezTo>
                    <a:pt x="18782" y="377"/>
                    <a:pt x="19016" y="1538"/>
                    <a:pt x="19853" y="1538"/>
                  </a:cubicBezTo>
                  <a:cubicBezTo>
                    <a:pt x="20054" y="1538"/>
                    <a:pt x="20255" y="1460"/>
                    <a:pt x="20400" y="1315"/>
                  </a:cubicBezTo>
                  <a:cubicBezTo>
                    <a:pt x="20910" y="795"/>
                    <a:pt x="20490" y="1"/>
                    <a:pt x="19870" y="1"/>
                  </a:cubicBezTo>
                  <a:close/>
                  <a:moveTo>
                    <a:pt x="16100" y="3761"/>
                  </a:moveTo>
                  <a:cubicBezTo>
                    <a:pt x="15993" y="3761"/>
                    <a:pt x="15882" y="3785"/>
                    <a:pt x="15768" y="3837"/>
                  </a:cubicBezTo>
                  <a:cubicBezTo>
                    <a:pt x="15021" y="4183"/>
                    <a:pt x="15266" y="5299"/>
                    <a:pt x="16092" y="5299"/>
                  </a:cubicBezTo>
                  <a:lnTo>
                    <a:pt x="16081" y="5310"/>
                  </a:lnTo>
                  <a:cubicBezTo>
                    <a:pt x="16315" y="5310"/>
                    <a:pt x="16527" y="5209"/>
                    <a:pt x="16672" y="5031"/>
                  </a:cubicBezTo>
                  <a:cubicBezTo>
                    <a:pt x="17127" y="4500"/>
                    <a:pt x="16697" y="3761"/>
                    <a:pt x="16100" y="3761"/>
                  </a:cubicBezTo>
                  <a:close/>
                  <a:moveTo>
                    <a:pt x="12329" y="7526"/>
                  </a:moveTo>
                  <a:cubicBezTo>
                    <a:pt x="12233" y="7526"/>
                    <a:pt x="12133" y="7545"/>
                    <a:pt x="12030" y="7586"/>
                  </a:cubicBezTo>
                  <a:cubicBezTo>
                    <a:pt x="11249" y="7910"/>
                    <a:pt x="11483" y="9071"/>
                    <a:pt x="12320" y="9071"/>
                  </a:cubicBezTo>
                  <a:cubicBezTo>
                    <a:pt x="12521" y="9071"/>
                    <a:pt x="12722" y="8993"/>
                    <a:pt x="12867" y="8847"/>
                  </a:cubicBezTo>
                  <a:cubicBezTo>
                    <a:pt x="13380" y="8325"/>
                    <a:pt x="12953" y="7526"/>
                    <a:pt x="12329" y="7526"/>
                  </a:cubicBezTo>
                  <a:close/>
                  <a:moveTo>
                    <a:pt x="8567" y="11294"/>
                  </a:moveTo>
                  <a:cubicBezTo>
                    <a:pt x="8461" y="11294"/>
                    <a:pt x="8349" y="11317"/>
                    <a:pt x="8236" y="11369"/>
                  </a:cubicBezTo>
                  <a:cubicBezTo>
                    <a:pt x="7488" y="11715"/>
                    <a:pt x="7734" y="12831"/>
                    <a:pt x="8559" y="12831"/>
                  </a:cubicBezTo>
                  <a:lnTo>
                    <a:pt x="8548" y="12843"/>
                  </a:lnTo>
                  <a:cubicBezTo>
                    <a:pt x="8783" y="12831"/>
                    <a:pt x="8995" y="12742"/>
                    <a:pt x="9140" y="12564"/>
                  </a:cubicBezTo>
                  <a:cubicBezTo>
                    <a:pt x="9594" y="12033"/>
                    <a:pt x="9165" y="11294"/>
                    <a:pt x="8567" y="11294"/>
                  </a:cubicBezTo>
                  <a:close/>
                  <a:moveTo>
                    <a:pt x="4802" y="15066"/>
                  </a:moveTo>
                  <a:cubicBezTo>
                    <a:pt x="4705" y="15066"/>
                    <a:pt x="4602" y="15086"/>
                    <a:pt x="4497" y="15130"/>
                  </a:cubicBezTo>
                  <a:cubicBezTo>
                    <a:pt x="3716" y="15443"/>
                    <a:pt x="3951" y="16603"/>
                    <a:pt x="4788" y="16603"/>
                  </a:cubicBezTo>
                  <a:cubicBezTo>
                    <a:pt x="4988" y="16603"/>
                    <a:pt x="5189" y="16525"/>
                    <a:pt x="5334" y="16380"/>
                  </a:cubicBezTo>
                  <a:cubicBezTo>
                    <a:pt x="5845" y="15869"/>
                    <a:pt x="5423" y="15066"/>
                    <a:pt x="4802" y="15066"/>
                  </a:cubicBezTo>
                  <a:close/>
                  <a:moveTo>
                    <a:pt x="1018" y="18818"/>
                  </a:moveTo>
                  <a:cubicBezTo>
                    <a:pt x="838" y="18818"/>
                    <a:pt x="649" y="18889"/>
                    <a:pt x="480" y="19058"/>
                  </a:cubicBezTo>
                  <a:cubicBezTo>
                    <a:pt x="0" y="19538"/>
                    <a:pt x="335" y="20364"/>
                    <a:pt x="1027" y="20364"/>
                  </a:cubicBezTo>
                  <a:cubicBezTo>
                    <a:pt x="1228" y="20364"/>
                    <a:pt x="1417" y="20286"/>
                    <a:pt x="1562" y="20141"/>
                  </a:cubicBezTo>
                  <a:cubicBezTo>
                    <a:pt x="2119" y="19585"/>
                    <a:pt x="1612" y="18818"/>
                    <a:pt x="1018" y="18818"/>
                  </a:cubicBez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 name="Google Shape;157;g3952e0c021d_0_44"/>
            <p:cNvSpPr/>
            <p:nvPr/>
          </p:nvSpPr>
          <p:spPr>
            <a:xfrm>
              <a:off x="449150" y="-2581150"/>
              <a:ext cx="38250" cy="38375"/>
            </a:xfrm>
            <a:custGeom>
              <a:rect b="b" l="l" r="r" t="t"/>
              <a:pathLst>
                <a:path extrusionOk="0" h="1535" w="1530">
                  <a:moveTo>
                    <a:pt x="771" y="0"/>
                  </a:moveTo>
                  <a:cubicBezTo>
                    <a:pt x="721" y="0"/>
                    <a:pt x="670" y="6"/>
                    <a:pt x="626" y="17"/>
                  </a:cubicBezTo>
                  <a:cubicBezTo>
                    <a:pt x="570" y="28"/>
                    <a:pt x="525" y="40"/>
                    <a:pt x="481" y="62"/>
                  </a:cubicBezTo>
                  <a:cubicBezTo>
                    <a:pt x="436" y="73"/>
                    <a:pt x="380" y="107"/>
                    <a:pt x="347" y="129"/>
                  </a:cubicBezTo>
                  <a:cubicBezTo>
                    <a:pt x="302" y="162"/>
                    <a:pt x="258" y="185"/>
                    <a:pt x="224" y="229"/>
                  </a:cubicBezTo>
                  <a:cubicBezTo>
                    <a:pt x="191" y="263"/>
                    <a:pt x="157" y="296"/>
                    <a:pt x="135" y="341"/>
                  </a:cubicBezTo>
                  <a:cubicBezTo>
                    <a:pt x="101" y="385"/>
                    <a:pt x="79" y="430"/>
                    <a:pt x="57" y="486"/>
                  </a:cubicBezTo>
                  <a:cubicBezTo>
                    <a:pt x="45" y="531"/>
                    <a:pt x="23" y="575"/>
                    <a:pt x="12" y="620"/>
                  </a:cubicBezTo>
                  <a:cubicBezTo>
                    <a:pt x="1" y="664"/>
                    <a:pt x="1" y="720"/>
                    <a:pt x="1" y="776"/>
                  </a:cubicBezTo>
                  <a:cubicBezTo>
                    <a:pt x="1" y="821"/>
                    <a:pt x="1" y="865"/>
                    <a:pt x="12" y="921"/>
                  </a:cubicBezTo>
                  <a:cubicBezTo>
                    <a:pt x="23" y="966"/>
                    <a:pt x="45" y="1010"/>
                    <a:pt x="57" y="1055"/>
                  </a:cubicBezTo>
                  <a:cubicBezTo>
                    <a:pt x="79" y="1100"/>
                    <a:pt x="101" y="1144"/>
                    <a:pt x="135" y="1189"/>
                  </a:cubicBezTo>
                  <a:cubicBezTo>
                    <a:pt x="191" y="1278"/>
                    <a:pt x="258" y="1345"/>
                    <a:pt x="347" y="1401"/>
                  </a:cubicBezTo>
                  <a:cubicBezTo>
                    <a:pt x="380" y="1434"/>
                    <a:pt x="436" y="1457"/>
                    <a:pt x="481" y="1479"/>
                  </a:cubicBezTo>
                  <a:cubicBezTo>
                    <a:pt x="525" y="1490"/>
                    <a:pt x="570" y="1513"/>
                    <a:pt x="626" y="1513"/>
                  </a:cubicBezTo>
                  <a:cubicBezTo>
                    <a:pt x="670" y="1524"/>
                    <a:pt x="715" y="1535"/>
                    <a:pt x="771" y="1535"/>
                  </a:cubicBezTo>
                  <a:cubicBezTo>
                    <a:pt x="815" y="1535"/>
                    <a:pt x="871" y="1524"/>
                    <a:pt x="916" y="1513"/>
                  </a:cubicBezTo>
                  <a:cubicBezTo>
                    <a:pt x="972" y="1513"/>
                    <a:pt x="1016" y="1490"/>
                    <a:pt x="1061" y="1479"/>
                  </a:cubicBezTo>
                  <a:cubicBezTo>
                    <a:pt x="1106" y="1457"/>
                    <a:pt x="1150" y="1434"/>
                    <a:pt x="1195" y="1401"/>
                  </a:cubicBezTo>
                  <a:cubicBezTo>
                    <a:pt x="1273" y="1345"/>
                    <a:pt x="1351" y="1278"/>
                    <a:pt x="1407" y="1189"/>
                  </a:cubicBezTo>
                  <a:cubicBezTo>
                    <a:pt x="1429" y="1144"/>
                    <a:pt x="1452" y="1111"/>
                    <a:pt x="1474" y="1055"/>
                  </a:cubicBezTo>
                  <a:cubicBezTo>
                    <a:pt x="1496" y="1010"/>
                    <a:pt x="1507" y="966"/>
                    <a:pt x="1519" y="921"/>
                  </a:cubicBezTo>
                  <a:cubicBezTo>
                    <a:pt x="1530" y="865"/>
                    <a:pt x="1530" y="821"/>
                    <a:pt x="1530" y="776"/>
                  </a:cubicBezTo>
                  <a:cubicBezTo>
                    <a:pt x="1530" y="720"/>
                    <a:pt x="1530" y="664"/>
                    <a:pt x="1519" y="620"/>
                  </a:cubicBezTo>
                  <a:cubicBezTo>
                    <a:pt x="1507" y="575"/>
                    <a:pt x="1496" y="531"/>
                    <a:pt x="1474" y="486"/>
                  </a:cubicBezTo>
                  <a:cubicBezTo>
                    <a:pt x="1452" y="430"/>
                    <a:pt x="1429" y="385"/>
                    <a:pt x="1407" y="341"/>
                  </a:cubicBezTo>
                  <a:cubicBezTo>
                    <a:pt x="1373" y="296"/>
                    <a:pt x="1340" y="263"/>
                    <a:pt x="1307" y="229"/>
                  </a:cubicBezTo>
                  <a:cubicBezTo>
                    <a:pt x="1273" y="185"/>
                    <a:pt x="1228" y="162"/>
                    <a:pt x="1195" y="129"/>
                  </a:cubicBezTo>
                  <a:cubicBezTo>
                    <a:pt x="1150" y="107"/>
                    <a:pt x="1106" y="84"/>
                    <a:pt x="1061" y="62"/>
                  </a:cubicBezTo>
                  <a:cubicBezTo>
                    <a:pt x="1016" y="40"/>
                    <a:pt x="972" y="28"/>
                    <a:pt x="916" y="17"/>
                  </a:cubicBezTo>
                  <a:cubicBezTo>
                    <a:pt x="871" y="6"/>
                    <a:pt x="821" y="0"/>
                    <a:pt x="771" y="0"/>
                  </a:cubicBez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 name="Google Shape;158;g3952e0c021d_0_44"/>
            <p:cNvSpPr/>
            <p:nvPr/>
          </p:nvSpPr>
          <p:spPr>
            <a:xfrm>
              <a:off x="1636250" y="-2122350"/>
              <a:ext cx="136725" cy="25125"/>
            </a:xfrm>
            <a:custGeom>
              <a:rect b="b" l="l" r="r" t="t"/>
              <a:pathLst>
                <a:path extrusionOk="0" h="1005" w="5469">
                  <a:moveTo>
                    <a:pt x="1005" y="0"/>
                  </a:moveTo>
                  <a:lnTo>
                    <a:pt x="0" y="1005"/>
                  </a:lnTo>
                  <a:lnTo>
                    <a:pt x="4464" y="1005"/>
                  </a:lnTo>
                  <a:lnTo>
                    <a:pt x="5469" y="0"/>
                  </a:ln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 name="Google Shape;159;g3952e0c021d_0_44"/>
            <p:cNvSpPr/>
            <p:nvPr/>
          </p:nvSpPr>
          <p:spPr>
            <a:xfrm>
              <a:off x="1711575" y="-2197675"/>
              <a:ext cx="136725" cy="25125"/>
            </a:xfrm>
            <a:custGeom>
              <a:rect b="b" l="l" r="r" t="t"/>
              <a:pathLst>
                <a:path extrusionOk="0" h="1005" w="5469">
                  <a:moveTo>
                    <a:pt x="1005" y="0"/>
                  </a:moveTo>
                  <a:lnTo>
                    <a:pt x="1" y="1005"/>
                  </a:lnTo>
                  <a:lnTo>
                    <a:pt x="4464" y="1005"/>
                  </a:lnTo>
                  <a:lnTo>
                    <a:pt x="5469" y="0"/>
                  </a:ln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g3952e0c021d_0_44"/>
            <p:cNvSpPr/>
            <p:nvPr/>
          </p:nvSpPr>
          <p:spPr>
            <a:xfrm>
              <a:off x="1786900" y="-2273000"/>
              <a:ext cx="137000" cy="25125"/>
            </a:xfrm>
            <a:custGeom>
              <a:rect b="b" l="l" r="r" t="t"/>
              <a:pathLst>
                <a:path extrusionOk="0" h="1005" w="5480">
                  <a:moveTo>
                    <a:pt x="1005" y="0"/>
                  </a:moveTo>
                  <a:lnTo>
                    <a:pt x="1" y="1004"/>
                  </a:lnTo>
                  <a:lnTo>
                    <a:pt x="4464" y="1004"/>
                  </a:lnTo>
                  <a:lnTo>
                    <a:pt x="5480" y="0"/>
                  </a:ln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 name="Google Shape;161;g3952e0c021d_0_44"/>
            <p:cNvSpPr/>
            <p:nvPr/>
          </p:nvSpPr>
          <p:spPr>
            <a:xfrm>
              <a:off x="1862225" y="-2348325"/>
              <a:ext cx="137000" cy="25125"/>
            </a:xfrm>
            <a:custGeom>
              <a:rect b="b" l="l" r="r" t="t"/>
              <a:pathLst>
                <a:path extrusionOk="0" h="1005" w="5480">
                  <a:moveTo>
                    <a:pt x="1005" y="0"/>
                  </a:moveTo>
                  <a:lnTo>
                    <a:pt x="1" y="1004"/>
                  </a:lnTo>
                  <a:lnTo>
                    <a:pt x="4476" y="1004"/>
                  </a:lnTo>
                  <a:lnTo>
                    <a:pt x="5480" y="0"/>
                  </a:ln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g3952e0c021d_0_44"/>
            <p:cNvSpPr/>
            <p:nvPr/>
          </p:nvSpPr>
          <p:spPr>
            <a:xfrm>
              <a:off x="1937550" y="-2423950"/>
              <a:ext cx="137025" cy="25425"/>
            </a:xfrm>
            <a:custGeom>
              <a:rect b="b" l="l" r="r" t="t"/>
              <a:pathLst>
                <a:path extrusionOk="0" h="1017" w="5481">
                  <a:moveTo>
                    <a:pt x="1016" y="1"/>
                  </a:moveTo>
                  <a:lnTo>
                    <a:pt x="1" y="1016"/>
                  </a:lnTo>
                  <a:lnTo>
                    <a:pt x="4476" y="1016"/>
                  </a:lnTo>
                  <a:lnTo>
                    <a:pt x="5480" y="1"/>
                  </a:ln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g3952e0c021d_0_44"/>
            <p:cNvSpPr/>
            <p:nvPr/>
          </p:nvSpPr>
          <p:spPr>
            <a:xfrm>
              <a:off x="2013150" y="-2499275"/>
              <a:ext cx="136750" cy="25150"/>
            </a:xfrm>
            <a:custGeom>
              <a:rect b="b" l="l" r="r" t="t"/>
              <a:pathLst>
                <a:path extrusionOk="0" h="1006" w="5470">
                  <a:moveTo>
                    <a:pt x="1005" y="1"/>
                  </a:moveTo>
                  <a:lnTo>
                    <a:pt x="1" y="1005"/>
                  </a:lnTo>
                  <a:lnTo>
                    <a:pt x="4465" y="1005"/>
                  </a:lnTo>
                  <a:lnTo>
                    <a:pt x="5469" y="1"/>
                  </a:ln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g3952e0c021d_0_44"/>
            <p:cNvSpPr/>
            <p:nvPr/>
          </p:nvSpPr>
          <p:spPr>
            <a:xfrm>
              <a:off x="2088500" y="-2574600"/>
              <a:ext cx="136725" cy="25150"/>
            </a:xfrm>
            <a:custGeom>
              <a:rect b="b" l="l" r="r" t="t"/>
              <a:pathLst>
                <a:path extrusionOk="0" h="1006" w="5469">
                  <a:moveTo>
                    <a:pt x="1004" y="1"/>
                  </a:moveTo>
                  <a:lnTo>
                    <a:pt x="0" y="1005"/>
                  </a:lnTo>
                  <a:lnTo>
                    <a:pt x="4464" y="1005"/>
                  </a:lnTo>
                  <a:lnTo>
                    <a:pt x="5468" y="1"/>
                  </a:ln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g3952e0c021d_0_44"/>
            <p:cNvSpPr/>
            <p:nvPr/>
          </p:nvSpPr>
          <p:spPr>
            <a:xfrm>
              <a:off x="463950" y="-2710950"/>
              <a:ext cx="548500" cy="546775"/>
            </a:xfrm>
            <a:custGeom>
              <a:rect b="b" l="l" r="r" t="t"/>
              <a:pathLst>
                <a:path extrusionOk="0" h="21871" w="21940">
                  <a:moveTo>
                    <a:pt x="21785" y="1"/>
                  </a:moveTo>
                  <a:cubicBezTo>
                    <a:pt x="21750" y="1"/>
                    <a:pt x="21717" y="15"/>
                    <a:pt x="21694" y="42"/>
                  </a:cubicBezTo>
                  <a:lnTo>
                    <a:pt x="90" y="21636"/>
                  </a:lnTo>
                  <a:cubicBezTo>
                    <a:pt x="0" y="21725"/>
                    <a:pt x="67" y="21870"/>
                    <a:pt x="190" y="21870"/>
                  </a:cubicBezTo>
                  <a:cubicBezTo>
                    <a:pt x="223" y="21870"/>
                    <a:pt x="268" y="21859"/>
                    <a:pt x="290" y="21837"/>
                  </a:cubicBezTo>
                  <a:lnTo>
                    <a:pt x="21884" y="232"/>
                  </a:lnTo>
                  <a:cubicBezTo>
                    <a:pt x="21940" y="176"/>
                    <a:pt x="21940" y="87"/>
                    <a:pt x="21884" y="42"/>
                  </a:cubicBezTo>
                  <a:cubicBezTo>
                    <a:pt x="21856" y="15"/>
                    <a:pt x="21820" y="1"/>
                    <a:pt x="21785" y="1"/>
                  </a:cubicBez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 name="Google Shape;166;g3952e0c021d_0_44"/>
            <p:cNvSpPr/>
            <p:nvPr/>
          </p:nvSpPr>
          <p:spPr>
            <a:xfrm>
              <a:off x="942975" y="-1800075"/>
              <a:ext cx="549225" cy="547350"/>
            </a:xfrm>
            <a:custGeom>
              <a:rect b="b" l="l" r="r" t="t"/>
              <a:pathLst>
                <a:path extrusionOk="0" h="21894" w="21969">
                  <a:moveTo>
                    <a:pt x="21761" y="1"/>
                  </a:moveTo>
                  <a:cubicBezTo>
                    <a:pt x="21726" y="1"/>
                    <a:pt x="21690" y="16"/>
                    <a:pt x="21661" y="54"/>
                  </a:cubicBezTo>
                  <a:lnTo>
                    <a:pt x="56" y="21659"/>
                  </a:lnTo>
                  <a:cubicBezTo>
                    <a:pt x="0" y="21704"/>
                    <a:pt x="0" y="21793"/>
                    <a:pt x="56" y="21849"/>
                  </a:cubicBezTo>
                  <a:cubicBezTo>
                    <a:pt x="89" y="21882"/>
                    <a:pt x="123" y="21893"/>
                    <a:pt x="156" y="21893"/>
                  </a:cubicBezTo>
                  <a:cubicBezTo>
                    <a:pt x="190" y="21893"/>
                    <a:pt x="223" y="21882"/>
                    <a:pt x="257" y="21849"/>
                  </a:cubicBezTo>
                  <a:lnTo>
                    <a:pt x="21850" y="255"/>
                  </a:lnTo>
                  <a:cubicBezTo>
                    <a:pt x="21969" y="154"/>
                    <a:pt x="21869" y="1"/>
                    <a:pt x="21761" y="1"/>
                  </a:cubicBez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g3952e0c021d_0_44"/>
            <p:cNvSpPr/>
            <p:nvPr/>
          </p:nvSpPr>
          <p:spPr>
            <a:xfrm>
              <a:off x="295725" y="-2356925"/>
              <a:ext cx="548500" cy="547050"/>
            </a:xfrm>
            <a:custGeom>
              <a:rect b="b" l="l" r="r" t="t"/>
              <a:pathLst>
                <a:path extrusionOk="0" h="21882" w="21940">
                  <a:moveTo>
                    <a:pt x="21795" y="1"/>
                  </a:moveTo>
                  <a:cubicBezTo>
                    <a:pt x="21758" y="1"/>
                    <a:pt x="21722" y="15"/>
                    <a:pt x="21694" y="43"/>
                  </a:cubicBezTo>
                  <a:lnTo>
                    <a:pt x="89" y="21647"/>
                  </a:lnTo>
                  <a:cubicBezTo>
                    <a:pt x="0" y="21726"/>
                    <a:pt x="67" y="21882"/>
                    <a:pt x="190" y="21882"/>
                  </a:cubicBezTo>
                  <a:cubicBezTo>
                    <a:pt x="223" y="21882"/>
                    <a:pt x="268" y="21871"/>
                    <a:pt x="290" y="21837"/>
                  </a:cubicBezTo>
                  <a:lnTo>
                    <a:pt x="21895" y="244"/>
                  </a:lnTo>
                  <a:cubicBezTo>
                    <a:pt x="21940" y="188"/>
                    <a:pt x="21940" y="99"/>
                    <a:pt x="21895" y="43"/>
                  </a:cubicBezTo>
                  <a:cubicBezTo>
                    <a:pt x="21867" y="15"/>
                    <a:pt x="21831" y="1"/>
                    <a:pt x="21795" y="1"/>
                  </a:cubicBez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g3952e0c021d_0_44"/>
            <p:cNvSpPr/>
            <p:nvPr/>
          </p:nvSpPr>
          <p:spPr>
            <a:xfrm>
              <a:off x="1774900" y="-1975200"/>
              <a:ext cx="248600" cy="239275"/>
            </a:xfrm>
            <a:custGeom>
              <a:rect b="b" l="l" r="r" t="t"/>
              <a:pathLst>
                <a:path extrusionOk="0" h="9571" w="9944">
                  <a:moveTo>
                    <a:pt x="5168" y="285"/>
                  </a:moveTo>
                  <a:cubicBezTo>
                    <a:pt x="7656" y="285"/>
                    <a:pt x="9665" y="2294"/>
                    <a:pt x="9665" y="4783"/>
                  </a:cubicBezTo>
                  <a:cubicBezTo>
                    <a:pt x="9665" y="6613"/>
                    <a:pt x="8571" y="8253"/>
                    <a:pt x="6886" y="8945"/>
                  </a:cubicBezTo>
                  <a:cubicBezTo>
                    <a:pt x="6328" y="9178"/>
                    <a:pt x="5742" y="9291"/>
                    <a:pt x="5161" y="9291"/>
                  </a:cubicBezTo>
                  <a:cubicBezTo>
                    <a:pt x="3991" y="9291"/>
                    <a:pt x="2841" y="8832"/>
                    <a:pt x="1976" y="7974"/>
                  </a:cubicBezTo>
                  <a:cubicBezTo>
                    <a:pt x="693" y="6680"/>
                    <a:pt x="302" y="4749"/>
                    <a:pt x="1005" y="3064"/>
                  </a:cubicBezTo>
                  <a:cubicBezTo>
                    <a:pt x="1697" y="1379"/>
                    <a:pt x="3349" y="285"/>
                    <a:pt x="5168" y="285"/>
                  </a:cubicBezTo>
                  <a:close/>
                  <a:moveTo>
                    <a:pt x="5165" y="0"/>
                  </a:moveTo>
                  <a:cubicBezTo>
                    <a:pt x="3920" y="0"/>
                    <a:pt x="2696" y="484"/>
                    <a:pt x="1786" y="1401"/>
                  </a:cubicBezTo>
                  <a:cubicBezTo>
                    <a:pt x="414" y="2774"/>
                    <a:pt x="1" y="4827"/>
                    <a:pt x="748" y="6613"/>
                  </a:cubicBezTo>
                  <a:cubicBezTo>
                    <a:pt x="1485" y="8398"/>
                    <a:pt x="3226" y="9570"/>
                    <a:pt x="5168" y="9570"/>
                  </a:cubicBezTo>
                  <a:cubicBezTo>
                    <a:pt x="7801" y="9559"/>
                    <a:pt x="9944" y="7427"/>
                    <a:pt x="9944" y="4783"/>
                  </a:cubicBezTo>
                  <a:cubicBezTo>
                    <a:pt x="9944" y="2852"/>
                    <a:pt x="8783" y="1111"/>
                    <a:pt x="6998" y="364"/>
                  </a:cubicBezTo>
                  <a:cubicBezTo>
                    <a:pt x="6406" y="119"/>
                    <a:pt x="5783" y="0"/>
                    <a:pt x="5165" y="0"/>
                  </a:cubicBez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 name="Google Shape;169;g3952e0c021d_0_44"/>
            <p:cNvSpPr/>
            <p:nvPr/>
          </p:nvSpPr>
          <p:spPr>
            <a:xfrm>
              <a:off x="1850800" y="-1908650"/>
              <a:ext cx="106300" cy="106325"/>
            </a:xfrm>
            <a:custGeom>
              <a:rect b="b" l="l" r="r" t="t"/>
              <a:pathLst>
                <a:path extrusionOk="0" h="4253" w="4252">
                  <a:moveTo>
                    <a:pt x="2132" y="0"/>
                  </a:moveTo>
                  <a:cubicBezTo>
                    <a:pt x="960" y="0"/>
                    <a:pt x="0" y="949"/>
                    <a:pt x="0" y="2121"/>
                  </a:cubicBezTo>
                  <a:cubicBezTo>
                    <a:pt x="0" y="3304"/>
                    <a:pt x="960" y="4252"/>
                    <a:pt x="2132" y="4252"/>
                  </a:cubicBezTo>
                  <a:cubicBezTo>
                    <a:pt x="3303" y="4252"/>
                    <a:pt x="4252" y="3304"/>
                    <a:pt x="4252" y="2121"/>
                  </a:cubicBezTo>
                  <a:cubicBezTo>
                    <a:pt x="4252" y="949"/>
                    <a:pt x="3303" y="0"/>
                    <a:pt x="2132" y="0"/>
                  </a:cubicBez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g3952e0c021d_0_44"/>
            <p:cNvSpPr/>
            <p:nvPr/>
          </p:nvSpPr>
          <p:spPr>
            <a:xfrm>
              <a:off x="735125" y="-2028925"/>
              <a:ext cx="184150" cy="157950"/>
            </a:xfrm>
            <a:custGeom>
              <a:rect b="b" l="l" r="r" t="t"/>
              <a:pathLst>
                <a:path extrusionOk="0" h="6318" w="7366">
                  <a:moveTo>
                    <a:pt x="4219" y="292"/>
                  </a:moveTo>
                  <a:cubicBezTo>
                    <a:pt x="5803" y="292"/>
                    <a:pt x="7087" y="1575"/>
                    <a:pt x="7087" y="3171"/>
                  </a:cubicBezTo>
                  <a:cubicBezTo>
                    <a:pt x="7087" y="4901"/>
                    <a:pt x="5670" y="6048"/>
                    <a:pt x="4191" y="6048"/>
                  </a:cubicBezTo>
                  <a:cubicBezTo>
                    <a:pt x="3485" y="6048"/>
                    <a:pt x="2764" y="5786"/>
                    <a:pt x="2176" y="5202"/>
                  </a:cubicBezTo>
                  <a:cubicBezTo>
                    <a:pt x="369" y="3383"/>
                    <a:pt x="1652" y="292"/>
                    <a:pt x="4219" y="292"/>
                  </a:cubicBezTo>
                  <a:close/>
                  <a:moveTo>
                    <a:pt x="4186" y="1"/>
                  </a:moveTo>
                  <a:cubicBezTo>
                    <a:pt x="3414" y="1"/>
                    <a:pt x="2627" y="287"/>
                    <a:pt x="1987" y="928"/>
                  </a:cubicBezTo>
                  <a:cubicBezTo>
                    <a:pt x="0" y="2925"/>
                    <a:pt x="1406" y="6318"/>
                    <a:pt x="4219" y="6318"/>
                  </a:cubicBezTo>
                  <a:cubicBezTo>
                    <a:pt x="5959" y="6318"/>
                    <a:pt x="7366" y="4912"/>
                    <a:pt x="7366" y="3171"/>
                  </a:cubicBezTo>
                  <a:cubicBezTo>
                    <a:pt x="7366" y="1266"/>
                    <a:pt x="5808" y="1"/>
                    <a:pt x="4186" y="1"/>
                  </a:cubicBez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 name="Google Shape;171;g3952e0c021d_0_44"/>
            <p:cNvSpPr/>
            <p:nvPr/>
          </p:nvSpPr>
          <p:spPr>
            <a:xfrm>
              <a:off x="803475" y="-1984150"/>
              <a:ext cx="74500" cy="69000"/>
            </a:xfrm>
            <a:custGeom>
              <a:rect b="b" l="l" r="r" t="t"/>
              <a:pathLst>
                <a:path extrusionOk="0" h="2760" w="2980">
                  <a:moveTo>
                    <a:pt x="1486" y="0"/>
                  </a:moveTo>
                  <a:cubicBezTo>
                    <a:pt x="824" y="0"/>
                    <a:pt x="234" y="484"/>
                    <a:pt x="123" y="1157"/>
                  </a:cubicBezTo>
                  <a:cubicBezTo>
                    <a:pt x="0" y="1916"/>
                    <a:pt x="514" y="2619"/>
                    <a:pt x="1273" y="2741"/>
                  </a:cubicBezTo>
                  <a:cubicBezTo>
                    <a:pt x="1347" y="2754"/>
                    <a:pt x="1421" y="2760"/>
                    <a:pt x="1494" y="2760"/>
                  </a:cubicBezTo>
                  <a:cubicBezTo>
                    <a:pt x="2157" y="2760"/>
                    <a:pt x="2747" y="2276"/>
                    <a:pt x="2857" y="1603"/>
                  </a:cubicBezTo>
                  <a:cubicBezTo>
                    <a:pt x="2980" y="844"/>
                    <a:pt x="2467" y="141"/>
                    <a:pt x="1708" y="18"/>
                  </a:cubicBezTo>
                  <a:cubicBezTo>
                    <a:pt x="1633" y="6"/>
                    <a:pt x="1559" y="0"/>
                    <a:pt x="1486" y="0"/>
                  </a:cubicBez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id="172" name="Google Shape;172;g3952e0c021d_0_44"/>
          <p:cNvPicPr preferRelativeResize="0"/>
          <p:nvPr/>
        </p:nvPicPr>
        <p:blipFill rotWithShape="1">
          <a:blip r:embed="rId3">
            <a:alphaModFix/>
          </a:blip>
          <a:srcRect b="0" l="0" r="0" t="0"/>
          <a:stretch/>
        </p:blipFill>
        <p:spPr>
          <a:xfrm>
            <a:off x="7737344" y="122960"/>
            <a:ext cx="1406656" cy="520420"/>
          </a:xfrm>
          <a:prstGeom prst="rect">
            <a:avLst/>
          </a:prstGeom>
          <a:noFill/>
          <a:ln>
            <a:noFill/>
          </a:ln>
        </p:spPr>
      </p:pic>
      <p:sp>
        <p:nvSpPr>
          <p:cNvPr id="173" name="Google Shape;173;g3952e0c021d_0_44"/>
          <p:cNvSpPr txBox="1"/>
          <p:nvPr/>
        </p:nvSpPr>
        <p:spPr>
          <a:xfrm>
            <a:off x="38625" y="708225"/>
            <a:ext cx="9144000" cy="44043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400"/>
              </a:spcBef>
              <a:spcAft>
                <a:spcPts val="0"/>
              </a:spcAft>
              <a:buNone/>
            </a:pPr>
            <a:r>
              <a:rPr b="1" lang="en-US" sz="1200">
                <a:solidFill>
                  <a:schemeClr val="dk1"/>
                </a:solidFill>
              </a:rPr>
              <a:t>Results</a:t>
            </a:r>
            <a:r>
              <a:rPr b="1" lang="en-US" sz="1200">
                <a:solidFill>
                  <a:schemeClr val="dk1"/>
                </a:solidFill>
              </a:rPr>
              <a:t>:</a:t>
            </a:r>
            <a:endParaRPr b="1" sz="1200">
              <a:solidFill>
                <a:schemeClr val="dk1"/>
              </a:solidFill>
            </a:endParaRPr>
          </a:p>
          <a:p>
            <a:pPr indent="0" lvl="0" marL="0" rtl="0" algn="l">
              <a:lnSpc>
                <a:spcPct val="115000"/>
              </a:lnSpc>
              <a:spcBef>
                <a:spcPts val="400"/>
              </a:spcBef>
              <a:spcAft>
                <a:spcPts val="0"/>
              </a:spcAft>
              <a:buNone/>
            </a:pPr>
            <a:r>
              <a:t/>
            </a:r>
            <a:endParaRPr sz="1200">
              <a:solidFill>
                <a:schemeClr val="dk1"/>
              </a:solidFill>
            </a:endParaRPr>
          </a:p>
          <a:p>
            <a:pPr indent="0" lvl="0" marL="0" rtl="0" algn="l">
              <a:lnSpc>
                <a:spcPct val="150000"/>
              </a:lnSpc>
              <a:spcBef>
                <a:spcPts val="1000"/>
              </a:spcBef>
              <a:spcAft>
                <a:spcPts val="0"/>
              </a:spcAft>
              <a:buNone/>
            </a:pPr>
            <a:r>
              <a:t/>
            </a:r>
            <a:endParaRPr b="1" sz="1200">
              <a:solidFill>
                <a:schemeClr val="dk1"/>
              </a:solidFill>
            </a:endParaRPr>
          </a:p>
          <a:p>
            <a:pPr indent="0" lvl="0" marL="0" rtl="0" algn="l">
              <a:lnSpc>
                <a:spcPct val="150000"/>
              </a:lnSpc>
              <a:spcBef>
                <a:spcPts val="1000"/>
              </a:spcBef>
              <a:spcAft>
                <a:spcPts val="0"/>
              </a:spcAft>
              <a:buNone/>
            </a:pPr>
            <a:r>
              <a:t/>
            </a:r>
            <a:endParaRPr b="1" sz="1200">
              <a:solidFill>
                <a:schemeClr val="dk1"/>
              </a:solidFill>
            </a:endParaRPr>
          </a:p>
          <a:p>
            <a:pPr indent="0" lvl="0" marL="0" rtl="0" algn="l">
              <a:lnSpc>
                <a:spcPct val="150000"/>
              </a:lnSpc>
              <a:spcBef>
                <a:spcPts val="1000"/>
              </a:spcBef>
              <a:spcAft>
                <a:spcPts val="0"/>
              </a:spcAft>
              <a:buNone/>
            </a:pPr>
            <a:r>
              <a:t/>
            </a:r>
            <a:endParaRPr b="1" sz="1200">
              <a:solidFill>
                <a:schemeClr val="dk1"/>
              </a:solidFill>
            </a:endParaRPr>
          </a:p>
          <a:p>
            <a:pPr indent="0" lvl="0" marL="0" rtl="0" algn="l">
              <a:lnSpc>
                <a:spcPct val="150000"/>
              </a:lnSpc>
              <a:spcBef>
                <a:spcPts val="1000"/>
              </a:spcBef>
              <a:spcAft>
                <a:spcPts val="0"/>
              </a:spcAft>
              <a:buNone/>
            </a:pPr>
            <a:r>
              <a:t/>
            </a:r>
            <a:endParaRPr b="1" sz="1200">
              <a:solidFill>
                <a:schemeClr val="dk1"/>
              </a:solidFill>
            </a:endParaRPr>
          </a:p>
          <a:p>
            <a:pPr indent="0" lvl="0" marL="0" rtl="0" algn="l">
              <a:lnSpc>
                <a:spcPct val="150000"/>
              </a:lnSpc>
              <a:spcBef>
                <a:spcPts val="1000"/>
              </a:spcBef>
              <a:spcAft>
                <a:spcPts val="0"/>
              </a:spcAft>
              <a:buNone/>
            </a:pPr>
            <a:r>
              <a:rPr b="1" lang="en-US" sz="1200">
                <a:solidFill>
                  <a:schemeClr val="dk1"/>
                </a:solidFill>
              </a:rPr>
              <a:t>Funding</a:t>
            </a:r>
            <a:r>
              <a:rPr b="1" lang="en-US" sz="1200">
                <a:solidFill>
                  <a:schemeClr val="dk1"/>
                </a:solidFill>
              </a:rPr>
              <a:t>:</a:t>
            </a:r>
            <a:endParaRPr b="1" sz="1200">
              <a:solidFill>
                <a:schemeClr val="dk1"/>
              </a:solidFill>
            </a:endParaRPr>
          </a:p>
          <a:p>
            <a:pPr indent="0" lvl="0" marL="0" rtl="0" algn="l">
              <a:lnSpc>
                <a:spcPct val="100000"/>
              </a:lnSpc>
              <a:spcBef>
                <a:spcPts val="0"/>
              </a:spcBef>
              <a:spcAft>
                <a:spcPts val="0"/>
              </a:spcAft>
              <a:buNone/>
            </a:pPr>
            <a:r>
              <a:rPr lang="en-US" sz="1200">
                <a:solidFill>
                  <a:schemeClr val="dk1"/>
                </a:solidFill>
              </a:rPr>
              <a:t>The project is self-funded and carried out under the Department of Computer Engineering, PCCOE, Pune.</a:t>
            </a:r>
            <a:endParaRPr sz="1200">
              <a:solidFill>
                <a:schemeClr val="dk1"/>
              </a:solidFill>
            </a:endParaRPr>
          </a:p>
          <a:p>
            <a:pPr indent="0" lvl="0" marL="0" rtl="0" algn="l">
              <a:lnSpc>
                <a:spcPct val="150000"/>
              </a:lnSpc>
              <a:spcBef>
                <a:spcPts val="1000"/>
              </a:spcBef>
              <a:spcAft>
                <a:spcPts val="0"/>
              </a:spcAft>
              <a:buNone/>
            </a:pPr>
            <a:r>
              <a:rPr b="1" lang="en-US" sz="1200">
                <a:solidFill>
                  <a:schemeClr val="dk1"/>
                </a:solidFill>
              </a:rPr>
              <a:t>Copyright</a:t>
            </a:r>
            <a:r>
              <a:rPr b="1" lang="en-US" sz="1200">
                <a:solidFill>
                  <a:schemeClr val="dk1"/>
                </a:solidFill>
              </a:rPr>
              <a:t>:</a:t>
            </a:r>
            <a:endParaRPr b="1" sz="1200">
              <a:solidFill>
                <a:schemeClr val="dk1"/>
              </a:solidFill>
            </a:endParaRPr>
          </a:p>
          <a:p>
            <a:pPr indent="0" lvl="0" marL="457200" rtl="0" algn="l">
              <a:lnSpc>
                <a:spcPct val="115000"/>
              </a:lnSpc>
              <a:spcBef>
                <a:spcPts val="0"/>
              </a:spcBef>
              <a:spcAft>
                <a:spcPts val="0"/>
              </a:spcAft>
              <a:buClr>
                <a:schemeClr val="dk1"/>
              </a:buClr>
              <a:buSzPts val="1100"/>
              <a:buFont typeface="Arial"/>
              <a:buNone/>
            </a:pPr>
            <a:r>
              <a:rPr lang="en-US" sz="1200">
                <a:solidFill>
                  <a:schemeClr val="dk1"/>
                </a:solidFill>
              </a:rPr>
              <a:t>Filed copyright for innovation.</a:t>
            </a:r>
            <a:endParaRPr sz="1200">
              <a:solidFill>
                <a:schemeClr val="dk1"/>
              </a:solidFill>
            </a:endParaRPr>
          </a:p>
          <a:p>
            <a:pPr indent="0" lvl="0" marL="457200" rtl="0" algn="l">
              <a:lnSpc>
                <a:spcPct val="115000"/>
              </a:lnSpc>
              <a:spcBef>
                <a:spcPts val="0"/>
              </a:spcBef>
              <a:spcAft>
                <a:spcPts val="0"/>
              </a:spcAft>
              <a:buClr>
                <a:schemeClr val="dk1"/>
              </a:buClr>
              <a:buSzPts val="1100"/>
              <a:buFont typeface="Arial"/>
              <a:buNone/>
            </a:pPr>
            <a:r>
              <a:rPr lang="en-US" sz="1200">
                <a:solidFill>
                  <a:schemeClr val="dk1"/>
                </a:solidFill>
              </a:rPr>
              <a:t>Title - AgriGuard: Cotton Crop Disease Predictor</a:t>
            </a:r>
            <a:endParaRPr sz="1200">
              <a:solidFill>
                <a:schemeClr val="dk1"/>
              </a:solidFill>
            </a:endParaRPr>
          </a:p>
          <a:p>
            <a:pPr indent="0" lvl="0" marL="457200" rtl="0" algn="l">
              <a:lnSpc>
                <a:spcPct val="115000"/>
              </a:lnSpc>
              <a:spcBef>
                <a:spcPts val="0"/>
              </a:spcBef>
              <a:spcAft>
                <a:spcPts val="0"/>
              </a:spcAft>
              <a:buClr>
                <a:schemeClr val="dk1"/>
              </a:buClr>
              <a:buSzPts val="1100"/>
              <a:buFont typeface="Arial"/>
              <a:buNone/>
            </a:pPr>
            <a:r>
              <a:rPr lang="en-US" sz="1200">
                <a:solidFill>
                  <a:schemeClr val="dk1"/>
                </a:solidFill>
              </a:rPr>
              <a:t>Contributors - Kamaaksha Rajendra Kharul, Aakash Trimbak Jawle</a:t>
            </a:r>
            <a:endParaRPr sz="1200">
              <a:solidFill>
                <a:schemeClr val="dk1"/>
              </a:solidFill>
            </a:endParaRPr>
          </a:p>
          <a:p>
            <a:pPr indent="0" lvl="0" marL="457200" rtl="0" algn="l">
              <a:lnSpc>
                <a:spcPct val="115000"/>
              </a:lnSpc>
              <a:spcBef>
                <a:spcPts val="0"/>
              </a:spcBef>
              <a:spcAft>
                <a:spcPts val="0"/>
              </a:spcAft>
              <a:buClr>
                <a:schemeClr val="dk1"/>
              </a:buClr>
              <a:buSzPts val="1100"/>
              <a:buFont typeface="Arial"/>
              <a:buNone/>
            </a:pPr>
            <a:r>
              <a:rPr lang="en-US" sz="1200">
                <a:solidFill>
                  <a:schemeClr val="dk1"/>
                </a:solidFill>
              </a:rPr>
              <a:t>Diary number - 4238/2025-CO/L</a:t>
            </a:r>
            <a:endParaRPr sz="1200">
              <a:solidFill>
                <a:schemeClr val="dk1"/>
              </a:solidFill>
            </a:endParaRPr>
          </a:p>
          <a:p>
            <a:pPr indent="0" lvl="0" marL="0" rtl="0" algn="l">
              <a:lnSpc>
                <a:spcPct val="100000"/>
              </a:lnSpc>
              <a:spcBef>
                <a:spcPts val="0"/>
              </a:spcBef>
              <a:spcAft>
                <a:spcPts val="0"/>
              </a:spcAft>
              <a:buNone/>
            </a:pPr>
            <a:r>
              <a:t/>
            </a:r>
            <a:endParaRPr sz="1200">
              <a:solidFill>
                <a:schemeClr val="dk1"/>
              </a:solidFill>
            </a:endParaRPr>
          </a:p>
          <a:p>
            <a:pPr indent="0" lvl="0" marL="0" marR="0" rtl="0" algn="l">
              <a:lnSpc>
                <a:spcPct val="150000"/>
              </a:lnSpc>
              <a:spcBef>
                <a:spcPts val="0"/>
              </a:spcBef>
              <a:spcAft>
                <a:spcPts val="0"/>
              </a:spcAft>
              <a:buNone/>
            </a:pPr>
            <a:r>
              <a:t/>
            </a:r>
            <a:endParaRPr sz="1200"/>
          </a:p>
        </p:txBody>
      </p:sp>
      <p:pic>
        <p:nvPicPr>
          <p:cNvPr id="174" name="Google Shape;174;g3952e0c021d_0_44" title="Screenshot 2025-10-23 at 7.22.37 PM.png"/>
          <p:cNvPicPr preferRelativeResize="0"/>
          <p:nvPr/>
        </p:nvPicPr>
        <p:blipFill rotWithShape="1">
          <a:blip r:embed="rId4">
            <a:alphaModFix/>
          </a:blip>
          <a:srcRect b="5345" l="0" r="0" t="4058"/>
          <a:stretch/>
        </p:blipFill>
        <p:spPr>
          <a:xfrm>
            <a:off x="511500" y="1030850"/>
            <a:ext cx="7113750" cy="15030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g397c0f09d9e_1_9"/>
          <p:cNvSpPr/>
          <p:nvPr/>
        </p:nvSpPr>
        <p:spPr>
          <a:xfrm>
            <a:off x="-1" y="203470"/>
            <a:ext cx="7517100" cy="385500"/>
          </a:xfrm>
          <a:prstGeom prst="rect">
            <a:avLst/>
          </a:pr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FFFFFF"/>
                </a:solidFill>
                <a:latin typeface="Calibri"/>
                <a:ea typeface="Calibri"/>
                <a:cs typeface="Calibri"/>
                <a:sym typeface="Calibri"/>
              </a:rPr>
              <a:t>Relevant Experience in Image Analysis </a:t>
            </a:r>
            <a:endParaRPr b="0" i="0" sz="3200" u="none" cap="none" strike="noStrike">
              <a:solidFill>
                <a:srgbClr val="FFFFFF"/>
              </a:solidFill>
              <a:latin typeface="Calibri"/>
              <a:ea typeface="Calibri"/>
              <a:cs typeface="Calibri"/>
              <a:sym typeface="Calibri"/>
            </a:endParaRPr>
          </a:p>
        </p:txBody>
      </p:sp>
      <p:sp>
        <p:nvSpPr>
          <p:cNvPr id="180" name="Google Shape;180;g397c0f09d9e_1_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
        <p:nvSpPr>
          <p:cNvPr id="181" name="Google Shape;181;g397c0f09d9e_1_9"/>
          <p:cNvSpPr txBox="1"/>
          <p:nvPr/>
        </p:nvSpPr>
        <p:spPr>
          <a:xfrm>
            <a:off x="0" y="707975"/>
            <a:ext cx="8821500" cy="4025100"/>
          </a:xfrm>
          <a:prstGeom prst="rect">
            <a:avLst/>
          </a:prstGeom>
          <a:noFill/>
          <a:ln>
            <a:noFill/>
          </a:ln>
        </p:spPr>
        <p:txBody>
          <a:bodyPr anchorCtr="0" anchor="t" bIns="45700" lIns="91425" spcFirstLastPara="1" rIns="91425" wrap="square" tIns="45700">
            <a:spAutoFit/>
          </a:bodyPr>
          <a:lstStyle/>
          <a:p>
            <a:pPr indent="-234950" lvl="0" marL="285750" marR="0" rtl="0" algn="l">
              <a:lnSpc>
                <a:spcPct val="150000"/>
              </a:lnSpc>
              <a:spcBef>
                <a:spcPts val="0"/>
              </a:spcBef>
              <a:spcAft>
                <a:spcPts val="0"/>
              </a:spcAft>
              <a:buClr>
                <a:srgbClr val="000000"/>
              </a:buClr>
              <a:buSzPts val="1200"/>
              <a:buFont typeface="Arial"/>
              <a:buChar char="•"/>
            </a:pPr>
            <a:r>
              <a:rPr b="1" i="0" lang="en-US" sz="1200" u="none" cap="none" strike="noStrike">
                <a:solidFill>
                  <a:srgbClr val="000000"/>
                </a:solidFill>
                <a:latin typeface="Arial"/>
                <a:ea typeface="Arial"/>
                <a:cs typeface="Arial"/>
                <a:sym typeface="Arial"/>
              </a:rPr>
              <a:t>List of projects guided by faculty in the domain of Image analysis</a:t>
            </a:r>
            <a:endParaRPr b="1" i="0" sz="1200" u="none" cap="none" strike="noStrike">
              <a:solidFill>
                <a:srgbClr val="000000"/>
              </a:solidFill>
              <a:latin typeface="Arial"/>
              <a:ea typeface="Arial"/>
              <a:cs typeface="Arial"/>
              <a:sym typeface="Arial"/>
            </a:endParaRPr>
          </a:p>
          <a:p>
            <a:pPr indent="457200" lvl="0" marL="0" rtl="0" algn="l">
              <a:lnSpc>
                <a:spcPct val="100000"/>
              </a:lnSpc>
              <a:spcBef>
                <a:spcPts val="0"/>
              </a:spcBef>
              <a:spcAft>
                <a:spcPts val="0"/>
              </a:spcAft>
              <a:buNone/>
            </a:pPr>
            <a:r>
              <a:rPr lang="en-US" sz="1000">
                <a:solidFill>
                  <a:schemeClr val="dk1"/>
                </a:solidFill>
              </a:rPr>
              <a:t>○ </a:t>
            </a:r>
            <a:r>
              <a:rPr lang="en-US" sz="1000">
                <a:solidFill>
                  <a:srgbClr val="222222"/>
                </a:solidFill>
                <a:highlight>
                  <a:srgbClr val="FFFFFF"/>
                </a:highlight>
              </a:rPr>
              <a:t>Intracranial hemorrhage detection in CT scans</a:t>
            </a:r>
            <a:endParaRPr sz="1000">
              <a:solidFill>
                <a:schemeClr val="dk1"/>
              </a:solidFill>
            </a:endParaRPr>
          </a:p>
          <a:p>
            <a:pPr indent="457200" lvl="0" marL="0" rtl="0" algn="l">
              <a:lnSpc>
                <a:spcPct val="100000"/>
              </a:lnSpc>
              <a:spcBef>
                <a:spcPts val="0"/>
              </a:spcBef>
              <a:spcAft>
                <a:spcPts val="0"/>
              </a:spcAft>
              <a:buNone/>
            </a:pPr>
            <a:r>
              <a:rPr lang="en-US" sz="1000">
                <a:solidFill>
                  <a:schemeClr val="dk1"/>
                </a:solidFill>
              </a:rPr>
              <a:t>○ </a:t>
            </a:r>
            <a:r>
              <a:rPr lang="en-US" sz="1000">
                <a:solidFill>
                  <a:srgbClr val="222222"/>
                </a:solidFill>
                <a:highlight>
                  <a:srgbClr val="FFFFFF"/>
                </a:highlight>
              </a:rPr>
              <a:t>Radiomics for Parkinson’s disease classification</a:t>
            </a:r>
            <a:endParaRPr sz="1000">
              <a:solidFill>
                <a:schemeClr val="dk1"/>
              </a:solidFill>
            </a:endParaRPr>
          </a:p>
          <a:p>
            <a:pPr indent="457200" lvl="0" marL="0" rtl="0" algn="l">
              <a:lnSpc>
                <a:spcPct val="100000"/>
              </a:lnSpc>
              <a:spcBef>
                <a:spcPts val="0"/>
              </a:spcBef>
              <a:spcAft>
                <a:spcPts val="0"/>
              </a:spcAft>
              <a:buNone/>
            </a:pPr>
            <a:r>
              <a:rPr lang="en-US" sz="1000">
                <a:solidFill>
                  <a:schemeClr val="dk1"/>
                </a:solidFill>
              </a:rPr>
              <a:t>○ </a:t>
            </a:r>
            <a:r>
              <a:rPr lang="en-US" sz="1000">
                <a:solidFill>
                  <a:srgbClr val="222222"/>
                </a:solidFill>
                <a:highlight>
                  <a:srgbClr val="FFFFFF"/>
                </a:highlight>
              </a:rPr>
              <a:t>Stroke prediction using wrapper-based feature selection methods</a:t>
            </a:r>
            <a:endParaRPr sz="1000">
              <a:solidFill>
                <a:schemeClr val="dk1"/>
              </a:solidFill>
            </a:endParaRPr>
          </a:p>
          <a:p>
            <a:pPr indent="457200" lvl="0" marL="0" rtl="0" algn="l">
              <a:lnSpc>
                <a:spcPct val="100000"/>
              </a:lnSpc>
              <a:spcBef>
                <a:spcPts val="0"/>
              </a:spcBef>
              <a:spcAft>
                <a:spcPts val="0"/>
              </a:spcAft>
              <a:buNone/>
            </a:pPr>
            <a:r>
              <a:rPr lang="en-US" sz="1000">
                <a:solidFill>
                  <a:schemeClr val="dk1"/>
                </a:solidFill>
              </a:rPr>
              <a:t>○ </a:t>
            </a:r>
            <a:r>
              <a:rPr lang="en-US" sz="1000">
                <a:solidFill>
                  <a:srgbClr val="222222"/>
                </a:solidFill>
                <a:highlight>
                  <a:srgbClr val="FFFFFF"/>
                </a:highlight>
              </a:rPr>
              <a:t>Traffic sign detection for autonomous vehicles and object/lane detection systems</a:t>
            </a:r>
            <a:endParaRPr sz="1000">
              <a:solidFill>
                <a:schemeClr val="dk1"/>
              </a:solidFill>
            </a:endParaRPr>
          </a:p>
          <a:p>
            <a:pPr indent="457200" lvl="0" marL="0" rtl="0" algn="l">
              <a:lnSpc>
                <a:spcPct val="100000"/>
              </a:lnSpc>
              <a:spcBef>
                <a:spcPts val="0"/>
              </a:spcBef>
              <a:spcAft>
                <a:spcPts val="0"/>
              </a:spcAft>
              <a:buNone/>
            </a:pPr>
            <a:r>
              <a:rPr lang="en-US" sz="1000">
                <a:solidFill>
                  <a:schemeClr val="dk1"/>
                </a:solidFill>
              </a:rPr>
              <a:t>○ </a:t>
            </a:r>
            <a:r>
              <a:rPr lang="en-US" sz="1000">
                <a:solidFill>
                  <a:srgbClr val="222222"/>
                </a:solidFill>
                <a:highlight>
                  <a:srgbClr val="FFFFFF"/>
                </a:highlight>
              </a:rPr>
              <a:t>Surveillance video summaries using Scalable image compression</a:t>
            </a:r>
            <a:endParaRPr sz="1000">
              <a:solidFill>
                <a:schemeClr val="dk1"/>
              </a:solidFill>
            </a:endParaRPr>
          </a:p>
          <a:p>
            <a:pPr indent="0" lvl="0" marL="0" rtl="0" algn="l">
              <a:lnSpc>
                <a:spcPct val="115000"/>
              </a:lnSpc>
              <a:spcBef>
                <a:spcPts val="0"/>
              </a:spcBef>
              <a:spcAft>
                <a:spcPts val="0"/>
              </a:spcAft>
              <a:buNone/>
            </a:pPr>
            <a:r>
              <a:t/>
            </a:r>
            <a:endParaRPr sz="1000">
              <a:solidFill>
                <a:schemeClr val="dk1"/>
              </a:solidFill>
            </a:endParaRPr>
          </a:p>
          <a:p>
            <a:pPr indent="-234950" lvl="0" marL="285750" marR="0" rtl="0" algn="l">
              <a:lnSpc>
                <a:spcPct val="150000"/>
              </a:lnSpc>
              <a:spcBef>
                <a:spcPts val="0"/>
              </a:spcBef>
              <a:spcAft>
                <a:spcPts val="0"/>
              </a:spcAft>
              <a:buClr>
                <a:srgbClr val="000000"/>
              </a:buClr>
              <a:buSzPts val="1200"/>
              <a:buFont typeface="Arial"/>
              <a:buChar char="•"/>
            </a:pPr>
            <a:r>
              <a:rPr b="1" i="0" lang="en-US" sz="1200" u="none" cap="none" strike="noStrike">
                <a:solidFill>
                  <a:srgbClr val="000000"/>
                </a:solidFill>
                <a:latin typeface="Arial"/>
                <a:ea typeface="Arial"/>
                <a:cs typeface="Arial"/>
                <a:sym typeface="Arial"/>
              </a:rPr>
              <a:t>List of projects performed by students in the image analysis domain</a:t>
            </a:r>
            <a:endParaRPr b="1" i="0" sz="1200" u="none" cap="none" strike="noStrike">
              <a:solidFill>
                <a:srgbClr val="000000"/>
              </a:solidFill>
              <a:latin typeface="Arial"/>
              <a:ea typeface="Arial"/>
              <a:cs typeface="Arial"/>
              <a:sym typeface="Arial"/>
            </a:endParaRPr>
          </a:p>
          <a:p>
            <a:pPr indent="457200" lvl="0" marL="0" marR="0" rtl="0" algn="l">
              <a:lnSpc>
                <a:spcPct val="150000"/>
              </a:lnSpc>
              <a:spcBef>
                <a:spcPts val="0"/>
              </a:spcBef>
              <a:spcAft>
                <a:spcPts val="0"/>
              </a:spcAft>
              <a:buNone/>
            </a:pPr>
            <a:r>
              <a:rPr lang="en-US" sz="1000">
                <a:solidFill>
                  <a:schemeClr val="dk1"/>
                </a:solidFill>
              </a:rPr>
              <a:t>○ </a:t>
            </a:r>
            <a:r>
              <a:rPr lang="en-US" sz="1000"/>
              <a:t>Cotton crop disease predictor</a:t>
            </a:r>
            <a:endParaRPr sz="1000"/>
          </a:p>
          <a:p>
            <a:pPr indent="-234950" lvl="0" marL="285750" marR="0" rtl="0" algn="l">
              <a:lnSpc>
                <a:spcPct val="150000"/>
              </a:lnSpc>
              <a:spcBef>
                <a:spcPts val="0"/>
              </a:spcBef>
              <a:spcAft>
                <a:spcPts val="0"/>
              </a:spcAft>
              <a:buClr>
                <a:srgbClr val="000000"/>
              </a:buClr>
              <a:buSzPts val="1200"/>
              <a:buFont typeface="Arial"/>
              <a:buChar char="•"/>
            </a:pPr>
            <a:r>
              <a:rPr b="1" i="0" lang="en-US" sz="1200" u="none" cap="none" strike="noStrike">
                <a:solidFill>
                  <a:srgbClr val="000000"/>
                </a:solidFill>
                <a:latin typeface="Arial"/>
                <a:ea typeface="Arial"/>
                <a:cs typeface="Arial"/>
                <a:sym typeface="Arial"/>
              </a:rPr>
              <a:t>List of patents/ publications/copyrights (by faculty/ students) in the image analysis domai</a:t>
            </a:r>
            <a:r>
              <a:rPr b="1" lang="en-US" sz="1200"/>
              <a:t>n</a:t>
            </a:r>
            <a:endParaRPr sz="1200"/>
          </a:p>
          <a:p>
            <a:pPr indent="0" lvl="0" marL="457200" rtl="0" algn="l">
              <a:lnSpc>
                <a:spcPct val="115000"/>
              </a:lnSpc>
              <a:spcBef>
                <a:spcPts val="0"/>
              </a:spcBef>
              <a:spcAft>
                <a:spcPts val="0"/>
              </a:spcAft>
              <a:buNone/>
            </a:pPr>
            <a:r>
              <a:rPr lang="en-US" sz="1000">
                <a:solidFill>
                  <a:schemeClr val="dk1"/>
                </a:solidFill>
              </a:rPr>
              <a:t>○ </a:t>
            </a:r>
            <a:r>
              <a:rPr lang="en-US" sz="1000" u="sng">
                <a:solidFill>
                  <a:srgbClr val="1A0DAB"/>
                </a:solidFill>
                <a:highlight>
                  <a:srgbClr val="FFFFFF"/>
                </a:highlight>
                <a:hlinkClick r:id="rId3">
                  <a:extLst>
                    <a:ext uri="{A12FA001-AC4F-418D-AE19-62706E023703}">
                      <ahyp:hlinkClr val="tx"/>
                    </a:ext>
                  </a:extLst>
                </a:hlinkClick>
              </a:rPr>
              <a:t>Performance Analysis of Deep Learning Classifiers for Unilateral Facial Paralysis Health Detection</a:t>
            </a:r>
            <a:endParaRPr sz="1000">
              <a:solidFill>
                <a:schemeClr val="dk1"/>
              </a:solidFill>
            </a:endParaRPr>
          </a:p>
          <a:p>
            <a:pPr indent="0" lvl="0" marL="457200" rtl="0" algn="l">
              <a:lnSpc>
                <a:spcPct val="115000"/>
              </a:lnSpc>
              <a:spcBef>
                <a:spcPts val="0"/>
              </a:spcBef>
              <a:spcAft>
                <a:spcPts val="0"/>
              </a:spcAft>
              <a:buNone/>
            </a:pPr>
            <a:r>
              <a:rPr lang="en-US" sz="1000">
                <a:solidFill>
                  <a:schemeClr val="dk1"/>
                </a:solidFill>
              </a:rPr>
              <a:t>○ </a:t>
            </a:r>
            <a:r>
              <a:rPr lang="en-US" sz="1000" u="sng">
                <a:solidFill>
                  <a:srgbClr val="1A0DAB"/>
                </a:solidFill>
                <a:highlight>
                  <a:srgbClr val="FFFFFF"/>
                </a:highlight>
                <a:hlinkClick r:id="rId4">
                  <a:extLst>
                    <a:ext uri="{A12FA001-AC4F-418D-AE19-62706E023703}">
                      <ahyp:hlinkClr val="tx"/>
                    </a:ext>
                  </a:extLst>
                </a:hlinkClick>
              </a:rPr>
              <a:t>A Novel Weighted Average 2D-CNN Ensemble for Intracranial Hemorrhage CT Image Classification</a:t>
            </a:r>
            <a:endParaRPr sz="1000">
              <a:solidFill>
                <a:schemeClr val="dk1"/>
              </a:solidFill>
            </a:endParaRPr>
          </a:p>
          <a:p>
            <a:pPr indent="0" lvl="0" marL="457200" rtl="0" algn="l">
              <a:lnSpc>
                <a:spcPct val="115000"/>
              </a:lnSpc>
              <a:spcBef>
                <a:spcPts val="0"/>
              </a:spcBef>
              <a:spcAft>
                <a:spcPts val="0"/>
              </a:spcAft>
              <a:buNone/>
            </a:pPr>
            <a:r>
              <a:rPr lang="en-US" sz="1000">
                <a:solidFill>
                  <a:schemeClr val="dk1"/>
                </a:solidFill>
              </a:rPr>
              <a:t>○ </a:t>
            </a:r>
            <a:r>
              <a:rPr lang="en-US" sz="1000" u="sng">
                <a:solidFill>
                  <a:srgbClr val="1A0DAB"/>
                </a:solidFill>
                <a:highlight>
                  <a:srgbClr val="FFFFFF"/>
                </a:highlight>
                <a:hlinkClick r:id="rId5">
                  <a:extLst>
                    <a:ext uri="{A12FA001-AC4F-418D-AE19-62706E023703}">
                      <ahyp:hlinkClr val="tx"/>
                    </a:ext>
                  </a:extLst>
                </a:hlinkClick>
              </a:rPr>
              <a:t>Differential Evolution Wrapper-Based Feature Selection Method for Stroke Prediction</a:t>
            </a:r>
            <a:endParaRPr sz="1000">
              <a:solidFill>
                <a:schemeClr val="dk1"/>
              </a:solidFill>
            </a:endParaRPr>
          </a:p>
          <a:p>
            <a:pPr indent="0" lvl="0" marL="457200" rtl="0" algn="l">
              <a:lnSpc>
                <a:spcPct val="115000"/>
              </a:lnSpc>
              <a:spcBef>
                <a:spcPts val="0"/>
              </a:spcBef>
              <a:spcAft>
                <a:spcPts val="0"/>
              </a:spcAft>
              <a:buNone/>
            </a:pPr>
            <a:r>
              <a:rPr lang="en-US" sz="1000">
                <a:solidFill>
                  <a:schemeClr val="dk1"/>
                </a:solidFill>
              </a:rPr>
              <a:t>○ </a:t>
            </a:r>
            <a:r>
              <a:rPr lang="en-US" sz="1000" u="sng">
                <a:solidFill>
                  <a:srgbClr val="1A0DAB"/>
                </a:solidFill>
                <a:highlight>
                  <a:srgbClr val="FFFFFF"/>
                </a:highlight>
                <a:hlinkClick r:id="rId6">
                  <a:extLst>
                    <a:ext uri="{A12FA001-AC4F-418D-AE19-62706E023703}">
                      <ahyp:hlinkClr val="tx"/>
                    </a:ext>
                  </a:extLst>
                </a:hlinkClick>
              </a:rPr>
              <a:t>Scalable image compression mechanism for surveillance video summary</a:t>
            </a:r>
            <a:endParaRPr sz="1000">
              <a:solidFill>
                <a:schemeClr val="dk1"/>
              </a:solidFill>
            </a:endParaRPr>
          </a:p>
          <a:p>
            <a:pPr indent="0" lvl="0" marL="457200" rtl="0" algn="l">
              <a:lnSpc>
                <a:spcPct val="115000"/>
              </a:lnSpc>
              <a:spcBef>
                <a:spcPts val="0"/>
              </a:spcBef>
              <a:spcAft>
                <a:spcPts val="0"/>
              </a:spcAft>
              <a:buNone/>
            </a:pPr>
            <a:r>
              <a:rPr lang="en-US" sz="1000">
                <a:solidFill>
                  <a:schemeClr val="dk1"/>
                </a:solidFill>
              </a:rPr>
              <a:t>○ </a:t>
            </a:r>
            <a:r>
              <a:rPr lang="en-US" sz="1000" u="sng">
                <a:solidFill>
                  <a:srgbClr val="1A0DAB"/>
                </a:solidFill>
                <a:highlight>
                  <a:srgbClr val="FFFFFF"/>
                </a:highlight>
                <a:hlinkClick r:id="rId7">
                  <a:extLst>
                    <a:ext uri="{A12FA001-AC4F-418D-AE19-62706E023703}">
                      <ahyp:hlinkClr val="tx"/>
                    </a:ext>
                  </a:extLst>
                </a:hlinkClick>
              </a:rPr>
              <a:t>Radiomics for Parkinson's disease classification using advanced texture-based biomarkers</a:t>
            </a:r>
            <a:endParaRPr sz="1000">
              <a:solidFill>
                <a:schemeClr val="dk1"/>
              </a:solidFill>
            </a:endParaRPr>
          </a:p>
          <a:p>
            <a:pPr indent="0" lvl="0" marL="457200" rtl="0" algn="l">
              <a:lnSpc>
                <a:spcPct val="115000"/>
              </a:lnSpc>
              <a:spcBef>
                <a:spcPts val="0"/>
              </a:spcBef>
              <a:spcAft>
                <a:spcPts val="0"/>
              </a:spcAft>
              <a:buNone/>
            </a:pPr>
            <a:r>
              <a:rPr lang="en-US" sz="1000">
                <a:solidFill>
                  <a:schemeClr val="dk1"/>
                </a:solidFill>
              </a:rPr>
              <a:t>○ </a:t>
            </a:r>
            <a:r>
              <a:rPr lang="en-US" sz="1000" u="sng">
                <a:solidFill>
                  <a:srgbClr val="1A0DAB"/>
                </a:solidFill>
                <a:highlight>
                  <a:srgbClr val="FFFFFF"/>
                </a:highlight>
                <a:hlinkClick r:id="rId8">
                  <a:extLst>
                    <a:ext uri="{A12FA001-AC4F-418D-AE19-62706E023703}">
                      <ahyp:hlinkClr val="tx"/>
                    </a:ext>
                  </a:extLst>
                </a:hlinkClick>
              </a:rPr>
              <a:t>Multivariate analysis of ischaemic lesions using Computed Tomography and CT Perfusion Imaging: Critical review</a:t>
            </a:r>
            <a:endParaRPr sz="1000">
              <a:solidFill>
                <a:schemeClr val="dk1"/>
              </a:solidFill>
            </a:endParaRPr>
          </a:p>
          <a:p>
            <a:pPr indent="0" lvl="0" marL="457200" rtl="0" algn="l">
              <a:lnSpc>
                <a:spcPct val="115000"/>
              </a:lnSpc>
              <a:spcBef>
                <a:spcPts val="0"/>
              </a:spcBef>
              <a:spcAft>
                <a:spcPts val="0"/>
              </a:spcAft>
              <a:buNone/>
            </a:pPr>
            <a:r>
              <a:rPr lang="en-US" sz="1000">
                <a:solidFill>
                  <a:schemeClr val="dk1"/>
                </a:solidFill>
              </a:rPr>
              <a:t>○ </a:t>
            </a:r>
            <a:r>
              <a:rPr lang="en-US" sz="1000" u="sng">
                <a:solidFill>
                  <a:srgbClr val="1A0DAB"/>
                </a:solidFill>
                <a:highlight>
                  <a:srgbClr val="FFFFFF"/>
                </a:highlight>
                <a:hlinkClick r:id="rId9">
                  <a:extLst>
                    <a:ext uri="{A12FA001-AC4F-418D-AE19-62706E023703}">
                      <ahyp:hlinkClr val="tx"/>
                    </a:ext>
                  </a:extLst>
                </a:hlinkClick>
              </a:rPr>
              <a:t>A novel machine learning-based feature extraction method for classifying intracranial hemorrhage computed tomography images</a:t>
            </a:r>
            <a:endParaRPr sz="1000"/>
          </a:p>
          <a:p>
            <a:pPr indent="0" lvl="0" marL="457200" rtl="0" algn="l">
              <a:lnSpc>
                <a:spcPct val="115000"/>
              </a:lnSpc>
              <a:spcBef>
                <a:spcPts val="0"/>
              </a:spcBef>
              <a:spcAft>
                <a:spcPts val="0"/>
              </a:spcAft>
              <a:buNone/>
            </a:pPr>
            <a:r>
              <a:rPr lang="en-US" sz="1000">
                <a:solidFill>
                  <a:schemeClr val="dk1"/>
                </a:solidFill>
              </a:rPr>
              <a:t>○ </a:t>
            </a:r>
            <a:r>
              <a:rPr lang="en-US" sz="1000" u="sng">
                <a:solidFill>
                  <a:srgbClr val="1A0DAB"/>
                </a:solidFill>
                <a:highlight>
                  <a:srgbClr val="FFFFFF"/>
                </a:highlight>
                <a:hlinkClick r:id="rId10">
                  <a:extLst>
                    <a:ext uri="{A12FA001-AC4F-418D-AE19-62706E023703}">
                      <ahyp:hlinkClr val="tx"/>
                    </a:ext>
                  </a:extLst>
                </a:hlinkClick>
              </a:rPr>
              <a:t>Classification of intracranial hemorrhage CT images based on texture analysis using ensemble-based machine learning algorithms: A comparative study</a:t>
            </a:r>
            <a:endParaRPr sz="1000">
              <a:solidFill>
                <a:schemeClr val="dk1"/>
              </a:solidFill>
            </a:endParaRPr>
          </a:p>
          <a:p>
            <a:pPr indent="0" lvl="0" marL="457200" rtl="0" algn="l">
              <a:lnSpc>
                <a:spcPct val="115000"/>
              </a:lnSpc>
              <a:spcBef>
                <a:spcPts val="0"/>
              </a:spcBef>
              <a:spcAft>
                <a:spcPts val="0"/>
              </a:spcAft>
              <a:buNone/>
            </a:pPr>
            <a:r>
              <a:rPr lang="en-US" sz="1000">
                <a:solidFill>
                  <a:schemeClr val="dk1"/>
                </a:solidFill>
              </a:rPr>
              <a:t>○ </a:t>
            </a:r>
            <a:r>
              <a:rPr lang="en-US" sz="1000" u="sng">
                <a:solidFill>
                  <a:srgbClr val="1A0DAB"/>
                </a:solidFill>
                <a:highlight>
                  <a:srgbClr val="FFFFFF"/>
                </a:highlight>
                <a:hlinkClick r:id="rId11">
                  <a:extLst>
                    <a:ext uri="{A12FA001-AC4F-418D-AE19-62706E023703}">
                      <ahyp:hlinkClr val="tx"/>
                    </a:ext>
                  </a:extLst>
                </a:hlinkClick>
              </a:rPr>
              <a:t>Insights of deep convolutional neural network for traffic sign detection in autonomous vehicle</a:t>
            </a:r>
            <a:endParaRPr sz="1000">
              <a:solidFill>
                <a:schemeClr val="dk1"/>
              </a:solidFill>
            </a:endParaRPr>
          </a:p>
          <a:p>
            <a:pPr indent="0" lvl="0" marL="457200" rtl="0" algn="l">
              <a:lnSpc>
                <a:spcPct val="115000"/>
              </a:lnSpc>
              <a:spcBef>
                <a:spcPts val="0"/>
              </a:spcBef>
              <a:spcAft>
                <a:spcPts val="0"/>
              </a:spcAft>
              <a:buNone/>
            </a:pPr>
            <a:r>
              <a:rPr lang="en-US" sz="1000">
                <a:solidFill>
                  <a:schemeClr val="dk1"/>
                </a:solidFill>
              </a:rPr>
              <a:t>○ </a:t>
            </a:r>
            <a:r>
              <a:rPr lang="en-US" sz="1000" u="sng">
                <a:solidFill>
                  <a:srgbClr val="1A0DAB"/>
                </a:solidFill>
                <a:highlight>
                  <a:srgbClr val="FFFFFF"/>
                </a:highlight>
                <a:hlinkClick r:id="rId12">
                  <a:extLst>
                    <a:ext uri="{A12FA001-AC4F-418D-AE19-62706E023703}">
                      <ahyp:hlinkClr val="tx"/>
                    </a:ext>
                  </a:extLst>
                </a:hlinkClick>
              </a:rPr>
              <a:t>Noval Machine Learning Approach for Classifying Clinically Actionable Genetic Mutations in Cancer Patients</a:t>
            </a:r>
            <a:endParaRPr/>
          </a:p>
        </p:txBody>
      </p:sp>
      <p:grpSp>
        <p:nvGrpSpPr>
          <p:cNvPr id="182" name="Google Shape;182;g397c0f09d9e_1_9"/>
          <p:cNvGrpSpPr/>
          <p:nvPr/>
        </p:nvGrpSpPr>
        <p:grpSpPr>
          <a:xfrm flipH="1">
            <a:off x="-1078189" y="3951767"/>
            <a:ext cx="1929500" cy="2210100"/>
            <a:chOff x="295725" y="-3462825"/>
            <a:chExt cx="1929500" cy="2210100"/>
          </a:xfrm>
        </p:grpSpPr>
        <p:sp>
          <p:nvSpPr>
            <p:cNvPr id="183" name="Google Shape;183;g397c0f09d9e_1_9"/>
            <p:cNvSpPr/>
            <p:nvPr/>
          </p:nvSpPr>
          <p:spPr>
            <a:xfrm>
              <a:off x="1089425" y="-3462825"/>
              <a:ext cx="700025" cy="959400"/>
            </a:xfrm>
            <a:custGeom>
              <a:rect b="b" l="l" r="r" t="t"/>
              <a:pathLst>
                <a:path extrusionOk="0" h="38376" w="28001">
                  <a:moveTo>
                    <a:pt x="27849" y="1"/>
                  </a:moveTo>
                  <a:cubicBezTo>
                    <a:pt x="27816" y="1"/>
                    <a:pt x="27782" y="15"/>
                    <a:pt x="27755" y="43"/>
                  </a:cubicBezTo>
                  <a:lnTo>
                    <a:pt x="10736" y="17061"/>
                  </a:lnTo>
                  <a:cubicBezTo>
                    <a:pt x="10703" y="17083"/>
                    <a:pt x="10692" y="17117"/>
                    <a:pt x="10692" y="17161"/>
                  </a:cubicBezTo>
                  <a:lnTo>
                    <a:pt x="10692" y="27495"/>
                  </a:lnTo>
                  <a:lnTo>
                    <a:pt x="57" y="38130"/>
                  </a:lnTo>
                  <a:cubicBezTo>
                    <a:pt x="1" y="38186"/>
                    <a:pt x="1" y="38275"/>
                    <a:pt x="57" y="38331"/>
                  </a:cubicBezTo>
                  <a:cubicBezTo>
                    <a:pt x="79" y="38353"/>
                    <a:pt x="124" y="38375"/>
                    <a:pt x="157" y="38375"/>
                  </a:cubicBezTo>
                  <a:cubicBezTo>
                    <a:pt x="191" y="38375"/>
                    <a:pt x="235" y="38353"/>
                    <a:pt x="258" y="38331"/>
                  </a:cubicBezTo>
                  <a:lnTo>
                    <a:pt x="10937" y="27651"/>
                  </a:lnTo>
                  <a:cubicBezTo>
                    <a:pt x="10960" y="27629"/>
                    <a:pt x="10971" y="27595"/>
                    <a:pt x="10971" y="27551"/>
                  </a:cubicBezTo>
                  <a:lnTo>
                    <a:pt x="10971" y="17206"/>
                  </a:lnTo>
                  <a:lnTo>
                    <a:pt x="27944" y="232"/>
                  </a:lnTo>
                  <a:cubicBezTo>
                    <a:pt x="28000" y="188"/>
                    <a:pt x="28000" y="98"/>
                    <a:pt x="27944" y="43"/>
                  </a:cubicBezTo>
                  <a:cubicBezTo>
                    <a:pt x="27916" y="15"/>
                    <a:pt x="27883" y="1"/>
                    <a:pt x="27849" y="1"/>
                  </a:cubicBez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 name="Google Shape;184;g397c0f09d9e_1_9"/>
            <p:cNvSpPr/>
            <p:nvPr/>
          </p:nvSpPr>
          <p:spPr>
            <a:xfrm>
              <a:off x="1064875" y="-2535525"/>
              <a:ext cx="56950" cy="56925"/>
            </a:xfrm>
            <a:custGeom>
              <a:rect b="b" l="l" r="r" t="t"/>
              <a:pathLst>
                <a:path extrusionOk="0" h="2277" w="2278">
                  <a:moveTo>
                    <a:pt x="1139" y="0"/>
                  </a:moveTo>
                  <a:cubicBezTo>
                    <a:pt x="514" y="0"/>
                    <a:pt x="1" y="513"/>
                    <a:pt x="1" y="1138"/>
                  </a:cubicBezTo>
                  <a:cubicBezTo>
                    <a:pt x="1" y="1763"/>
                    <a:pt x="514" y="2277"/>
                    <a:pt x="1139" y="2277"/>
                  </a:cubicBezTo>
                  <a:cubicBezTo>
                    <a:pt x="1764" y="2277"/>
                    <a:pt x="2277" y="1763"/>
                    <a:pt x="2277" y="1138"/>
                  </a:cubicBezTo>
                  <a:cubicBezTo>
                    <a:pt x="2277" y="513"/>
                    <a:pt x="1764" y="0"/>
                    <a:pt x="1139" y="0"/>
                  </a:cubicBez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 name="Google Shape;185;g397c0f09d9e_1_9"/>
            <p:cNvSpPr/>
            <p:nvPr/>
          </p:nvSpPr>
          <p:spPr>
            <a:xfrm>
              <a:off x="1212200" y="-2944175"/>
              <a:ext cx="869900" cy="1026350"/>
            </a:xfrm>
            <a:custGeom>
              <a:rect b="b" l="l" r="r" t="t"/>
              <a:pathLst>
                <a:path extrusionOk="0" h="41054" w="34796">
                  <a:moveTo>
                    <a:pt x="34639" y="0"/>
                  </a:moveTo>
                  <a:cubicBezTo>
                    <a:pt x="34603" y="0"/>
                    <a:pt x="34567" y="14"/>
                    <a:pt x="34539" y="42"/>
                  </a:cubicBezTo>
                  <a:lnTo>
                    <a:pt x="6026" y="28555"/>
                  </a:lnTo>
                  <a:cubicBezTo>
                    <a:pt x="6004" y="28577"/>
                    <a:pt x="5993" y="28610"/>
                    <a:pt x="5993" y="28655"/>
                  </a:cubicBezTo>
                  <a:lnTo>
                    <a:pt x="5993" y="34915"/>
                  </a:lnTo>
                  <a:lnTo>
                    <a:pt x="89" y="40808"/>
                  </a:lnTo>
                  <a:cubicBezTo>
                    <a:pt x="0" y="40897"/>
                    <a:pt x="56" y="41042"/>
                    <a:pt x="190" y="41053"/>
                  </a:cubicBezTo>
                  <a:cubicBezTo>
                    <a:pt x="223" y="41053"/>
                    <a:pt x="257" y="41042"/>
                    <a:pt x="290" y="41008"/>
                  </a:cubicBezTo>
                  <a:lnTo>
                    <a:pt x="6227" y="35072"/>
                  </a:lnTo>
                  <a:cubicBezTo>
                    <a:pt x="6249" y="35049"/>
                    <a:pt x="6272" y="35016"/>
                    <a:pt x="6272" y="34971"/>
                  </a:cubicBezTo>
                  <a:lnTo>
                    <a:pt x="6272" y="28711"/>
                  </a:lnTo>
                  <a:lnTo>
                    <a:pt x="34740" y="232"/>
                  </a:lnTo>
                  <a:cubicBezTo>
                    <a:pt x="34795" y="176"/>
                    <a:pt x="34795" y="87"/>
                    <a:pt x="34740" y="42"/>
                  </a:cubicBezTo>
                  <a:cubicBezTo>
                    <a:pt x="34712" y="14"/>
                    <a:pt x="34675" y="0"/>
                    <a:pt x="34639" y="0"/>
                  </a:cubicBez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 name="Google Shape;186;g397c0f09d9e_1_9"/>
            <p:cNvSpPr/>
            <p:nvPr/>
          </p:nvSpPr>
          <p:spPr>
            <a:xfrm>
              <a:off x="1577675" y="-2592175"/>
              <a:ext cx="155125" cy="154875"/>
            </a:xfrm>
            <a:custGeom>
              <a:rect b="b" l="l" r="r" t="t"/>
              <a:pathLst>
                <a:path extrusionOk="0" h="6195" w="6205">
                  <a:moveTo>
                    <a:pt x="6160" y="1"/>
                  </a:moveTo>
                  <a:lnTo>
                    <a:pt x="0" y="6150"/>
                  </a:lnTo>
                  <a:lnTo>
                    <a:pt x="1395" y="6194"/>
                  </a:lnTo>
                  <a:lnTo>
                    <a:pt x="6205" y="1384"/>
                  </a:lnTo>
                  <a:lnTo>
                    <a:pt x="6160" y="1"/>
                  </a:ln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 name="Google Shape;187;g397c0f09d9e_1_9"/>
            <p:cNvSpPr/>
            <p:nvPr/>
          </p:nvSpPr>
          <p:spPr>
            <a:xfrm>
              <a:off x="1188475" y="-1949950"/>
              <a:ext cx="56950" cy="56950"/>
            </a:xfrm>
            <a:custGeom>
              <a:rect b="b" l="l" r="r" t="t"/>
              <a:pathLst>
                <a:path extrusionOk="0" h="2278" w="2278">
                  <a:moveTo>
                    <a:pt x="1139" y="1"/>
                  </a:moveTo>
                  <a:cubicBezTo>
                    <a:pt x="503" y="1"/>
                    <a:pt x="1" y="514"/>
                    <a:pt x="1" y="1139"/>
                  </a:cubicBezTo>
                  <a:cubicBezTo>
                    <a:pt x="1" y="1775"/>
                    <a:pt x="503" y="2277"/>
                    <a:pt x="1139" y="2277"/>
                  </a:cubicBezTo>
                  <a:cubicBezTo>
                    <a:pt x="1764" y="2277"/>
                    <a:pt x="2277" y="1775"/>
                    <a:pt x="2277" y="1139"/>
                  </a:cubicBezTo>
                  <a:cubicBezTo>
                    <a:pt x="2277" y="514"/>
                    <a:pt x="1764" y="1"/>
                    <a:pt x="1139" y="1"/>
                  </a:cubicBez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 name="Google Shape;188;g397c0f09d9e_1_9"/>
            <p:cNvSpPr/>
            <p:nvPr/>
          </p:nvSpPr>
          <p:spPr>
            <a:xfrm>
              <a:off x="2043025" y="-3122375"/>
              <a:ext cx="38525" cy="38650"/>
            </a:xfrm>
            <a:custGeom>
              <a:rect b="b" l="l" r="r" t="t"/>
              <a:pathLst>
                <a:path extrusionOk="0" h="1546" w="1541">
                  <a:moveTo>
                    <a:pt x="768" y="1"/>
                  </a:moveTo>
                  <a:cubicBezTo>
                    <a:pt x="525" y="1"/>
                    <a:pt x="283" y="117"/>
                    <a:pt x="134" y="340"/>
                  </a:cubicBezTo>
                  <a:cubicBezTo>
                    <a:pt x="100" y="385"/>
                    <a:pt x="78" y="441"/>
                    <a:pt x="56" y="486"/>
                  </a:cubicBezTo>
                  <a:cubicBezTo>
                    <a:pt x="45" y="530"/>
                    <a:pt x="22" y="575"/>
                    <a:pt x="11" y="619"/>
                  </a:cubicBezTo>
                  <a:cubicBezTo>
                    <a:pt x="11" y="675"/>
                    <a:pt x="0" y="720"/>
                    <a:pt x="0" y="776"/>
                  </a:cubicBezTo>
                  <a:cubicBezTo>
                    <a:pt x="0" y="1200"/>
                    <a:pt x="346" y="1546"/>
                    <a:pt x="770" y="1546"/>
                  </a:cubicBezTo>
                  <a:cubicBezTo>
                    <a:pt x="1194" y="1546"/>
                    <a:pt x="1540" y="1200"/>
                    <a:pt x="1540" y="776"/>
                  </a:cubicBezTo>
                  <a:cubicBezTo>
                    <a:pt x="1540" y="720"/>
                    <a:pt x="1529" y="675"/>
                    <a:pt x="1518" y="619"/>
                  </a:cubicBezTo>
                  <a:cubicBezTo>
                    <a:pt x="1507" y="575"/>
                    <a:pt x="1495" y="530"/>
                    <a:pt x="1473" y="486"/>
                  </a:cubicBezTo>
                  <a:cubicBezTo>
                    <a:pt x="1462" y="441"/>
                    <a:pt x="1440" y="385"/>
                    <a:pt x="1406" y="340"/>
                  </a:cubicBezTo>
                  <a:cubicBezTo>
                    <a:pt x="1384" y="307"/>
                    <a:pt x="1350" y="262"/>
                    <a:pt x="1306" y="229"/>
                  </a:cubicBezTo>
                  <a:cubicBezTo>
                    <a:pt x="1157" y="75"/>
                    <a:pt x="962" y="1"/>
                    <a:pt x="768" y="1"/>
                  </a:cubicBez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 name="Google Shape;189;g397c0f09d9e_1_9"/>
            <p:cNvSpPr/>
            <p:nvPr/>
          </p:nvSpPr>
          <p:spPr>
            <a:xfrm>
              <a:off x="1472200" y="-3028150"/>
              <a:ext cx="522225" cy="509375"/>
            </a:xfrm>
            <a:custGeom>
              <a:rect b="b" l="l" r="r" t="t"/>
              <a:pathLst>
                <a:path extrusionOk="0" h="20375" w="20889">
                  <a:moveTo>
                    <a:pt x="19848" y="0"/>
                  </a:moveTo>
                  <a:cubicBezTo>
                    <a:pt x="19750" y="0"/>
                    <a:pt x="19647" y="20"/>
                    <a:pt x="19541" y="64"/>
                  </a:cubicBezTo>
                  <a:cubicBezTo>
                    <a:pt x="18760" y="388"/>
                    <a:pt x="18994" y="1537"/>
                    <a:pt x="19842" y="1537"/>
                  </a:cubicBezTo>
                  <a:cubicBezTo>
                    <a:pt x="20043" y="1537"/>
                    <a:pt x="20233" y="1459"/>
                    <a:pt x="20378" y="1314"/>
                  </a:cubicBezTo>
                  <a:cubicBezTo>
                    <a:pt x="20888" y="794"/>
                    <a:pt x="20468" y="0"/>
                    <a:pt x="19848" y="0"/>
                  </a:cubicBezTo>
                  <a:close/>
                  <a:moveTo>
                    <a:pt x="16078" y="3761"/>
                  </a:moveTo>
                  <a:cubicBezTo>
                    <a:pt x="15972" y="3761"/>
                    <a:pt x="15860" y="3784"/>
                    <a:pt x="15747" y="3836"/>
                  </a:cubicBezTo>
                  <a:cubicBezTo>
                    <a:pt x="14999" y="4182"/>
                    <a:pt x="15245" y="5309"/>
                    <a:pt x="16070" y="5309"/>
                  </a:cubicBezTo>
                  <a:cubicBezTo>
                    <a:pt x="16294" y="5309"/>
                    <a:pt x="16506" y="5209"/>
                    <a:pt x="16651" y="5030"/>
                  </a:cubicBezTo>
                  <a:cubicBezTo>
                    <a:pt x="17105" y="4500"/>
                    <a:pt x="16676" y="3761"/>
                    <a:pt x="16078" y="3761"/>
                  </a:cubicBezTo>
                  <a:close/>
                  <a:moveTo>
                    <a:pt x="12319" y="7533"/>
                  </a:moveTo>
                  <a:cubicBezTo>
                    <a:pt x="12220" y="7533"/>
                    <a:pt x="12115" y="7553"/>
                    <a:pt x="12008" y="7597"/>
                  </a:cubicBezTo>
                  <a:cubicBezTo>
                    <a:pt x="11238" y="7921"/>
                    <a:pt x="11462" y="9070"/>
                    <a:pt x="12310" y="9070"/>
                  </a:cubicBezTo>
                  <a:cubicBezTo>
                    <a:pt x="12511" y="9070"/>
                    <a:pt x="12700" y="8992"/>
                    <a:pt x="12845" y="8847"/>
                  </a:cubicBezTo>
                  <a:cubicBezTo>
                    <a:pt x="13356" y="8327"/>
                    <a:pt x="12944" y="7533"/>
                    <a:pt x="12319" y="7533"/>
                  </a:cubicBezTo>
                  <a:close/>
                  <a:moveTo>
                    <a:pt x="8545" y="11293"/>
                  </a:moveTo>
                  <a:cubicBezTo>
                    <a:pt x="8439" y="11293"/>
                    <a:pt x="8327" y="11317"/>
                    <a:pt x="8214" y="11369"/>
                  </a:cubicBezTo>
                  <a:cubicBezTo>
                    <a:pt x="7466" y="11715"/>
                    <a:pt x="7712" y="12842"/>
                    <a:pt x="8538" y="12842"/>
                  </a:cubicBezTo>
                  <a:cubicBezTo>
                    <a:pt x="8761" y="12842"/>
                    <a:pt x="8973" y="12742"/>
                    <a:pt x="9118" y="12563"/>
                  </a:cubicBezTo>
                  <a:cubicBezTo>
                    <a:pt x="9573" y="12033"/>
                    <a:pt x="9143" y="11293"/>
                    <a:pt x="8545" y="11293"/>
                  </a:cubicBezTo>
                  <a:close/>
                  <a:moveTo>
                    <a:pt x="4784" y="15066"/>
                  </a:moveTo>
                  <a:cubicBezTo>
                    <a:pt x="4686" y="15066"/>
                    <a:pt x="4582" y="15086"/>
                    <a:pt x="4476" y="15130"/>
                  </a:cubicBezTo>
                  <a:cubicBezTo>
                    <a:pt x="3706" y="15442"/>
                    <a:pt x="3929" y="16603"/>
                    <a:pt x="4777" y="16603"/>
                  </a:cubicBezTo>
                  <a:cubicBezTo>
                    <a:pt x="4978" y="16603"/>
                    <a:pt x="5168" y="16525"/>
                    <a:pt x="5313" y="16380"/>
                  </a:cubicBezTo>
                  <a:cubicBezTo>
                    <a:pt x="5824" y="15868"/>
                    <a:pt x="5410" y="15066"/>
                    <a:pt x="4784" y="15066"/>
                  </a:cubicBezTo>
                  <a:close/>
                  <a:moveTo>
                    <a:pt x="991" y="18820"/>
                  </a:moveTo>
                  <a:cubicBezTo>
                    <a:pt x="795" y="18820"/>
                    <a:pt x="593" y="18903"/>
                    <a:pt x="425" y="19102"/>
                  </a:cubicBezTo>
                  <a:cubicBezTo>
                    <a:pt x="1" y="19605"/>
                    <a:pt x="347" y="20363"/>
                    <a:pt x="1005" y="20375"/>
                  </a:cubicBezTo>
                  <a:cubicBezTo>
                    <a:pt x="1228" y="20375"/>
                    <a:pt x="1440" y="20274"/>
                    <a:pt x="1585" y="20096"/>
                  </a:cubicBezTo>
                  <a:cubicBezTo>
                    <a:pt x="2084" y="19523"/>
                    <a:pt x="1562" y="18820"/>
                    <a:pt x="991" y="18820"/>
                  </a:cubicBez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 name="Google Shape;190;g397c0f09d9e_1_9"/>
            <p:cNvSpPr/>
            <p:nvPr/>
          </p:nvSpPr>
          <p:spPr>
            <a:xfrm>
              <a:off x="1384050" y="-2463000"/>
              <a:ext cx="38250" cy="38250"/>
            </a:xfrm>
            <a:custGeom>
              <a:rect b="b" l="l" r="r" t="t"/>
              <a:pathLst>
                <a:path extrusionOk="0" h="1530" w="1530">
                  <a:moveTo>
                    <a:pt x="770" y="1"/>
                  </a:moveTo>
                  <a:cubicBezTo>
                    <a:pt x="346" y="1"/>
                    <a:pt x="0" y="335"/>
                    <a:pt x="0" y="759"/>
                  </a:cubicBezTo>
                  <a:cubicBezTo>
                    <a:pt x="0" y="1183"/>
                    <a:pt x="346" y="1529"/>
                    <a:pt x="770" y="1529"/>
                  </a:cubicBezTo>
                  <a:cubicBezTo>
                    <a:pt x="971" y="1529"/>
                    <a:pt x="1161" y="1451"/>
                    <a:pt x="1306" y="1306"/>
                  </a:cubicBezTo>
                  <a:cubicBezTo>
                    <a:pt x="1339" y="1273"/>
                    <a:pt x="1373" y="1228"/>
                    <a:pt x="1406" y="1195"/>
                  </a:cubicBezTo>
                  <a:cubicBezTo>
                    <a:pt x="1429" y="1150"/>
                    <a:pt x="1451" y="1094"/>
                    <a:pt x="1473" y="1050"/>
                  </a:cubicBezTo>
                  <a:cubicBezTo>
                    <a:pt x="1496" y="1005"/>
                    <a:pt x="1507" y="960"/>
                    <a:pt x="1518" y="916"/>
                  </a:cubicBezTo>
                  <a:cubicBezTo>
                    <a:pt x="1529" y="860"/>
                    <a:pt x="1529" y="815"/>
                    <a:pt x="1529" y="759"/>
                  </a:cubicBezTo>
                  <a:cubicBezTo>
                    <a:pt x="1529" y="335"/>
                    <a:pt x="1183" y="1"/>
                    <a:pt x="770" y="1"/>
                  </a:cubicBez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 name="Google Shape;191;g397c0f09d9e_1_9"/>
            <p:cNvSpPr/>
            <p:nvPr/>
          </p:nvSpPr>
          <p:spPr>
            <a:xfrm>
              <a:off x="1108400" y="-3240375"/>
              <a:ext cx="38250" cy="38650"/>
            </a:xfrm>
            <a:custGeom>
              <a:rect b="b" l="l" r="r" t="t"/>
              <a:pathLst>
                <a:path extrusionOk="0" h="1546" w="1530">
                  <a:moveTo>
                    <a:pt x="763" y="0"/>
                  </a:moveTo>
                  <a:cubicBezTo>
                    <a:pt x="568" y="0"/>
                    <a:pt x="373" y="75"/>
                    <a:pt x="224" y="228"/>
                  </a:cubicBezTo>
                  <a:cubicBezTo>
                    <a:pt x="190" y="262"/>
                    <a:pt x="157" y="295"/>
                    <a:pt x="123" y="340"/>
                  </a:cubicBezTo>
                  <a:cubicBezTo>
                    <a:pt x="101" y="385"/>
                    <a:pt x="79" y="429"/>
                    <a:pt x="57" y="485"/>
                  </a:cubicBezTo>
                  <a:cubicBezTo>
                    <a:pt x="34" y="530"/>
                    <a:pt x="23" y="574"/>
                    <a:pt x="12" y="619"/>
                  </a:cubicBezTo>
                  <a:cubicBezTo>
                    <a:pt x="1" y="664"/>
                    <a:pt x="1" y="719"/>
                    <a:pt x="1" y="775"/>
                  </a:cubicBezTo>
                  <a:cubicBezTo>
                    <a:pt x="1" y="820"/>
                    <a:pt x="1" y="865"/>
                    <a:pt x="12" y="920"/>
                  </a:cubicBezTo>
                  <a:cubicBezTo>
                    <a:pt x="23" y="965"/>
                    <a:pt x="34" y="1010"/>
                    <a:pt x="57" y="1054"/>
                  </a:cubicBezTo>
                  <a:cubicBezTo>
                    <a:pt x="79" y="1110"/>
                    <a:pt x="101" y="1155"/>
                    <a:pt x="123" y="1199"/>
                  </a:cubicBezTo>
                  <a:cubicBezTo>
                    <a:pt x="269" y="1411"/>
                    <a:pt x="503" y="1534"/>
                    <a:pt x="760" y="1545"/>
                  </a:cubicBezTo>
                  <a:cubicBezTo>
                    <a:pt x="972" y="1534"/>
                    <a:pt x="1161" y="1456"/>
                    <a:pt x="1306" y="1311"/>
                  </a:cubicBezTo>
                  <a:cubicBezTo>
                    <a:pt x="1340" y="1277"/>
                    <a:pt x="1373" y="1244"/>
                    <a:pt x="1407" y="1199"/>
                  </a:cubicBezTo>
                  <a:cubicBezTo>
                    <a:pt x="1429" y="1155"/>
                    <a:pt x="1451" y="1110"/>
                    <a:pt x="1474" y="1054"/>
                  </a:cubicBezTo>
                  <a:cubicBezTo>
                    <a:pt x="1496" y="1010"/>
                    <a:pt x="1507" y="965"/>
                    <a:pt x="1518" y="920"/>
                  </a:cubicBezTo>
                  <a:cubicBezTo>
                    <a:pt x="1530" y="865"/>
                    <a:pt x="1530" y="820"/>
                    <a:pt x="1530" y="775"/>
                  </a:cubicBezTo>
                  <a:cubicBezTo>
                    <a:pt x="1530" y="719"/>
                    <a:pt x="1530" y="664"/>
                    <a:pt x="1518" y="619"/>
                  </a:cubicBezTo>
                  <a:cubicBezTo>
                    <a:pt x="1507" y="574"/>
                    <a:pt x="1496" y="530"/>
                    <a:pt x="1474" y="485"/>
                  </a:cubicBezTo>
                  <a:cubicBezTo>
                    <a:pt x="1451" y="429"/>
                    <a:pt x="1429" y="385"/>
                    <a:pt x="1407" y="340"/>
                  </a:cubicBezTo>
                  <a:cubicBezTo>
                    <a:pt x="1252" y="117"/>
                    <a:pt x="1007" y="0"/>
                    <a:pt x="763" y="0"/>
                  </a:cubicBez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 name="Google Shape;192;g397c0f09d9e_1_9"/>
            <p:cNvSpPr/>
            <p:nvPr/>
          </p:nvSpPr>
          <p:spPr>
            <a:xfrm>
              <a:off x="537050" y="-3146175"/>
              <a:ext cx="522775" cy="509125"/>
            </a:xfrm>
            <a:custGeom>
              <a:rect b="b" l="l" r="r" t="t"/>
              <a:pathLst>
                <a:path extrusionOk="0" h="20365" w="20911">
                  <a:moveTo>
                    <a:pt x="19870" y="1"/>
                  </a:moveTo>
                  <a:cubicBezTo>
                    <a:pt x="19772" y="1"/>
                    <a:pt x="19668" y="21"/>
                    <a:pt x="19563" y="65"/>
                  </a:cubicBezTo>
                  <a:cubicBezTo>
                    <a:pt x="18782" y="377"/>
                    <a:pt x="19016" y="1538"/>
                    <a:pt x="19853" y="1538"/>
                  </a:cubicBezTo>
                  <a:cubicBezTo>
                    <a:pt x="20054" y="1538"/>
                    <a:pt x="20255" y="1460"/>
                    <a:pt x="20400" y="1315"/>
                  </a:cubicBezTo>
                  <a:cubicBezTo>
                    <a:pt x="20910" y="795"/>
                    <a:pt x="20490" y="1"/>
                    <a:pt x="19870" y="1"/>
                  </a:cubicBezTo>
                  <a:close/>
                  <a:moveTo>
                    <a:pt x="16100" y="3761"/>
                  </a:moveTo>
                  <a:cubicBezTo>
                    <a:pt x="15993" y="3761"/>
                    <a:pt x="15882" y="3785"/>
                    <a:pt x="15768" y="3837"/>
                  </a:cubicBezTo>
                  <a:cubicBezTo>
                    <a:pt x="15021" y="4183"/>
                    <a:pt x="15266" y="5299"/>
                    <a:pt x="16092" y="5299"/>
                  </a:cubicBezTo>
                  <a:lnTo>
                    <a:pt x="16081" y="5310"/>
                  </a:lnTo>
                  <a:cubicBezTo>
                    <a:pt x="16315" y="5310"/>
                    <a:pt x="16527" y="5209"/>
                    <a:pt x="16672" y="5031"/>
                  </a:cubicBezTo>
                  <a:cubicBezTo>
                    <a:pt x="17127" y="4500"/>
                    <a:pt x="16697" y="3761"/>
                    <a:pt x="16100" y="3761"/>
                  </a:cubicBezTo>
                  <a:close/>
                  <a:moveTo>
                    <a:pt x="12329" y="7526"/>
                  </a:moveTo>
                  <a:cubicBezTo>
                    <a:pt x="12233" y="7526"/>
                    <a:pt x="12133" y="7545"/>
                    <a:pt x="12030" y="7586"/>
                  </a:cubicBezTo>
                  <a:cubicBezTo>
                    <a:pt x="11249" y="7910"/>
                    <a:pt x="11483" y="9071"/>
                    <a:pt x="12320" y="9071"/>
                  </a:cubicBezTo>
                  <a:cubicBezTo>
                    <a:pt x="12521" y="9071"/>
                    <a:pt x="12722" y="8993"/>
                    <a:pt x="12867" y="8847"/>
                  </a:cubicBezTo>
                  <a:cubicBezTo>
                    <a:pt x="13380" y="8325"/>
                    <a:pt x="12953" y="7526"/>
                    <a:pt x="12329" y="7526"/>
                  </a:cubicBezTo>
                  <a:close/>
                  <a:moveTo>
                    <a:pt x="8567" y="11294"/>
                  </a:moveTo>
                  <a:cubicBezTo>
                    <a:pt x="8461" y="11294"/>
                    <a:pt x="8349" y="11317"/>
                    <a:pt x="8236" y="11369"/>
                  </a:cubicBezTo>
                  <a:cubicBezTo>
                    <a:pt x="7488" y="11715"/>
                    <a:pt x="7734" y="12831"/>
                    <a:pt x="8559" y="12831"/>
                  </a:cubicBezTo>
                  <a:lnTo>
                    <a:pt x="8548" y="12843"/>
                  </a:lnTo>
                  <a:cubicBezTo>
                    <a:pt x="8783" y="12831"/>
                    <a:pt x="8995" y="12742"/>
                    <a:pt x="9140" y="12564"/>
                  </a:cubicBezTo>
                  <a:cubicBezTo>
                    <a:pt x="9594" y="12033"/>
                    <a:pt x="9165" y="11294"/>
                    <a:pt x="8567" y="11294"/>
                  </a:cubicBezTo>
                  <a:close/>
                  <a:moveTo>
                    <a:pt x="4802" y="15066"/>
                  </a:moveTo>
                  <a:cubicBezTo>
                    <a:pt x="4705" y="15066"/>
                    <a:pt x="4602" y="15086"/>
                    <a:pt x="4497" y="15130"/>
                  </a:cubicBezTo>
                  <a:cubicBezTo>
                    <a:pt x="3716" y="15443"/>
                    <a:pt x="3951" y="16603"/>
                    <a:pt x="4788" y="16603"/>
                  </a:cubicBezTo>
                  <a:cubicBezTo>
                    <a:pt x="4988" y="16603"/>
                    <a:pt x="5189" y="16525"/>
                    <a:pt x="5334" y="16380"/>
                  </a:cubicBezTo>
                  <a:cubicBezTo>
                    <a:pt x="5845" y="15869"/>
                    <a:pt x="5423" y="15066"/>
                    <a:pt x="4802" y="15066"/>
                  </a:cubicBezTo>
                  <a:close/>
                  <a:moveTo>
                    <a:pt x="1018" y="18818"/>
                  </a:moveTo>
                  <a:cubicBezTo>
                    <a:pt x="838" y="18818"/>
                    <a:pt x="649" y="18889"/>
                    <a:pt x="480" y="19058"/>
                  </a:cubicBezTo>
                  <a:cubicBezTo>
                    <a:pt x="0" y="19538"/>
                    <a:pt x="335" y="20364"/>
                    <a:pt x="1027" y="20364"/>
                  </a:cubicBezTo>
                  <a:cubicBezTo>
                    <a:pt x="1228" y="20364"/>
                    <a:pt x="1417" y="20286"/>
                    <a:pt x="1562" y="20141"/>
                  </a:cubicBezTo>
                  <a:cubicBezTo>
                    <a:pt x="2119" y="19585"/>
                    <a:pt x="1612" y="18818"/>
                    <a:pt x="1018" y="18818"/>
                  </a:cubicBez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 name="Google Shape;193;g397c0f09d9e_1_9"/>
            <p:cNvSpPr/>
            <p:nvPr/>
          </p:nvSpPr>
          <p:spPr>
            <a:xfrm>
              <a:off x="449150" y="-2581150"/>
              <a:ext cx="38250" cy="38375"/>
            </a:xfrm>
            <a:custGeom>
              <a:rect b="b" l="l" r="r" t="t"/>
              <a:pathLst>
                <a:path extrusionOk="0" h="1535" w="1530">
                  <a:moveTo>
                    <a:pt x="771" y="0"/>
                  </a:moveTo>
                  <a:cubicBezTo>
                    <a:pt x="721" y="0"/>
                    <a:pt x="670" y="6"/>
                    <a:pt x="626" y="17"/>
                  </a:cubicBezTo>
                  <a:cubicBezTo>
                    <a:pt x="570" y="28"/>
                    <a:pt x="525" y="40"/>
                    <a:pt x="481" y="62"/>
                  </a:cubicBezTo>
                  <a:cubicBezTo>
                    <a:pt x="436" y="73"/>
                    <a:pt x="380" y="107"/>
                    <a:pt x="347" y="129"/>
                  </a:cubicBezTo>
                  <a:cubicBezTo>
                    <a:pt x="302" y="162"/>
                    <a:pt x="258" y="185"/>
                    <a:pt x="224" y="229"/>
                  </a:cubicBezTo>
                  <a:cubicBezTo>
                    <a:pt x="191" y="263"/>
                    <a:pt x="157" y="296"/>
                    <a:pt x="135" y="341"/>
                  </a:cubicBezTo>
                  <a:cubicBezTo>
                    <a:pt x="101" y="385"/>
                    <a:pt x="79" y="430"/>
                    <a:pt x="57" y="486"/>
                  </a:cubicBezTo>
                  <a:cubicBezTo>
                    <a:pt x="45" y="531"/>
                    <a:pt x="23" y="575"/>
                    <a:pt x="12" y="620"/>
                  </a:cubicBezTo>
                  <a:cubicBezTo>
                    <a:pt x="1" y="664"/>
                    <a:pt x="1" y="720"/>
                    <a:pt x="1" y="776"/>
                  </a:cubicBezTo>
                  <a:cubicBezTo>
                    <a:pt x="1" y="821"/>
                    <a:pt x="1" y="865"/>
                    <a:pt x="12" y="921"/>
                  </a:cubicBezTo>
                  <a:cubicBezTo>
                    <a:pt x="23" y="966"/>
                    <a:pt x="45" y="1010"/>
                    <a:pt x="57" y="1055"/>
                  </a:cubicBezTo>
                  <a:cubicBezTo>
                    <a:pt x="79" y="1100"/>
                    <a:pt x="101" y="1144"/>
                    <a:pt x="135" y="1189"/>
                  </a:cubicBezTo>
                  <a:cubicBezTo>
                    <a:pt x="191" y="1278"/>
                    <a:pt x="258" y="1345"/>
                    <a:pt x="347" y="1401"/>
                  </a:cubicBezTo>
                  <a:cubicBezTo>
                    <a:pt x="380" y="1434"/>
                    <a:pt x="436" y="1457"/>
                    <a:pt x="481" y="1479"/>
                  </a:cubicBezTo>
                  <a:cubicBezTo>
                    <a:pt x="525" y="1490"/>
                    <a:pt x="570" y="1513"/>
                    <a:pt x="626" y="1513"/>
                  </a:cubicBezTo>
                  <a:cubicBezTo>
                    <a:pt x="670" y="1524"/>
                    <a:pt x="715" y="1535"/>
                    <a:pt x="771" y="1535"/>
                  </a:cubicBezTo>
                  <a:cubicBezTo>
                    <a:pt x="815" y="1535"/>
                    <a:pt x="871" y="1524"/>
                    <a:pt x="916" y="1513"/>
                  </a:cubicBezTo>
                  <a:cubicBezTo>
                    <a:pt x="972" y="1513"/>
                    <a:pt x="1016" y="1490"/>
                    <a:pt x="1061" y="1479"/>
                  </a:cubicBezTo>
                  <a:cubicBezTo>
                    <a:pt x="1106" y="1457"/>
                    <a:pt x="1150" y="1434"/>
                    <a:pt x="1195" y="1401"/>
                  </a:cubicBezTo>
                  <a:cubicBezTo>
                    <a:pt x="1273" y="1345"/>
                    <a:pt x="1351" y="1278"/>
                    <a:pt x="1407" y="1189"/>
                  </a:cubicBezTo>
                  <a:cubicBezTo>
                    <a:pt x="1429" y="1144"/>
                    <a:pt x="1452" y="1111"/>
                    <a:pt x="1474" y="1055"/>
                  </a:cubicBezTo>
                  <a:cubicBezTo>
                    <a:pt x="1496" y="1010"/>
                    <a:pt x="1507" y="966"/>
                    <a:pt x="1519" y="921"/>
                  </a:cubicBezTo>
                  <a:cubicBezTo>
                    <a:pt x="1530" y="865"/>
                    <a:pt x="1530" y="821"/>
                    <a:pt x="1530" y="776"/>
                  </a:cubicBezTo>
                  <a:cubicBezTo>
                    <a:pt x="1530" y="720"/>
                    <a:pt x="1530" y="664"/>
                    <a:pt x="1519" y="620"/>
                  </a:cubicBezTo>
                  <a:cubicBezTo>
                    <a:pt x="1507" y="575"/>
                    <a:pt x="1496" y="531"/>
                    <a:pt x="1474" y="486"/>
                  </a:cubicBezTo>
                  <a:cubicBezTo>
                    <a:pt x="1452" y="430"/>
                    <a:pt x="1429" y="385"/>
                    <a:pt x="1407" y="341"/>
                  </a:cubicBezTo>
                  <a:cubicBezTo>
                    <a:pt x="1373" y="296"/>
                    <a:pt x="1340" y="263"/>
                    <a:pt x="1307" y="229"/>
                  </a:cubicBezTo>
                  <a:cubicBezTo>
                    <a:pt x="1273" y="185"/>
                    <a:pt x="1228" y="162"/>
                    <a:pt x="1195" y="129"/>
                  </a:cubicBezTo>
                  <a:cubicBezTo>
                    <a:pt x="1150" y="107"/>
                    <a:pt x="1106" y="84"/>
                    <a:pt x="1061" y="62"/>
                  </a:cubicBezTo>
                  <a:cubicBezTo>
                    <a:pt x="1016" y="40"/>
                    <a:pt x="972" y="28"/>
                    <a:pt x="916" y="17"/>
                  </a:cubicBezTo>
                  <a:cubicBezTo>
                    <a:pt x="871" y="6"/>
                    <a:pt x="821" y="0"/>
                    <a:pt x="771" y="0"/>
                  </a:cubicBez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 name="Google Shape;194;g397c0f09d9e_1_9"/>
            <p:cNvSpPr/>
            <p:nvPr/>
          </p:nvSpPr>
          <p:spPr>
            <a:xfrm>
              <a:off x="1636250" y="-2122350"/>
              <a:ext cx="136725" cy="25125"/>
            </a:xfrm>
            <a:custGeom>
              <a:rect b="b" l="l" r="r" t="t"/>
              <a:pathLst>
                <a:path extrusionOk="0" h="1005" w="5469">
                  <a:moveTo>
                    <a:pt x="1005" y="0"/>
                  </a:moveTo>
                  <a:lnTo>
                    <a:pt x="0" y="1005"/>
                  </a:lnTo>
                  <a:lnTo>
                    <a:pt x="4464" y="1005"/>
                  </a:lnTo>
                  <a:lnTo>
                    <a:pt x="5469" y="0"/>
                  </a:ln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 name="Google Shape;195;g397c0f09d9e_1_9"/>
            <p:cNvSpPr/>
            <p:nvPr/>
          </p:nvSpPr>
          <p:spPr>
            <a:xfrm>
              <a:off x="1711575" y="-2197675"/>
              <a:ext cx="136725" cy="25125"/>
            </a:xfrm>
            <a:custGeom>
              <a:rect b="b" l="l" r="r" t="t"/>
              <a:pathLst>
                <a:path extrusionOk="0" h="1005" w="5469">
                  <a:moveTo>
                    <a:pt x="1005" y="0"/>
                  </a:moveTo>
                  <a:lnTo>
                    <a:pt x="1" y="1005"/>
                  </a:lnTo>
                  <a:lnTo>
                    <a:pt x="4464" y="1005"/>
                  </a:lnTo>
                  <a:lnTo>
                    <a:pt x="5469" y="0"/>
                  </a:ln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 name="Google Shape;196;g397c0f09d9e_1_9"/>
            <p:cNvSpPr/>
            <p:nvPr/>
          </p:nvSpPr>
          <p:spPr>
            <a:xfrm>
              <a:off x="1786900" y="-2273000"/>
              <a:ext cx="137000" cy="25125"/>
            </a:xfrm>
            <a:custGeom>
              <a:rect b="b" l="l" r="r" t="t"/>
              <a:pathLst>
                <a:path extrusionOk="0" h="1005" w="5480">
                  <a:moveTo>
                    <a:pt x="1005" y="0"/>
                  </a:moveTo>
                  <a:lnTo>
                    <a:pt x="1" y="1004"/>
                  </a:lnTo>
                  <a:lnTo>
                    <a:pt x="4464" y="1004"/>
                  </a:lnTo>
                  <a:lnTo>
                    <a:pt x="5480" y="0"/>
                  </a:ln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g397c0f09d9e_1_9"/>
            <p:cNvSpPr/>
            <p:nvPr/>
          </p:nvSpPr>
          <p:spPr>
            <a:xfrm>
              <a:off x="1862225" y="-2348325"/>
              <a:ext cx="137000" cy="25125"/>
            </a:xfrm>
            <a:custGeom>
              <a:rect b="b" l="l" r="r" t="t"/>
              <a:pathLst>
                <a:path extrusionOk="0" h="1005" w="5480">
                  <a:moveTo>
                    <a:pt x="1005" y="0"/>
                  </a:moveTo>
                  <a:lnTo>
                    <a:pt x="1" y="1004"/>
                  </a:lnTo>
                  <a:lnTo>
                    <a:pt x="4476" y="1004"/>
                  </a:lnTo>
                  <a:lnTo>
                    <a:pt x="5480" y="0"/>
                  </a:ln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 name="Google Shape;198;g397c0f09d9e_1_9"/>
            <p:cNvSpPr/>
            <p:nvPr/>
          </p:nvSpPr>
          <p:spPr>
            <a:xfrm>
              <a:off x="1937550" y="-2423950"/>
              <a:ext cx="137025" cy="25425"/>
            </a:xfrm>
            <a:custGeom>
              <a:rect b="b" l="l" r="r" t="t"/>
              <a:pathLst>
                <a:path extrusionOk="0" h="1017" w="5481">
                  <a:moveTo>
                    <a:pt x="1016" y="1"/>
                  </a:moveTo>
                  <a:lnTo>
                    <a:pt x="1" y="1016"/>
                  </a:lnTo>
                  <a:lnTo>
                    <a:pt x="4476" y="1016"/>
                  </a:lnTo>
                  <a:lnTo>
                    <a:pt x="5480" y="1"/>
                  </a:ln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g397c0f09d9e_1_9"/>
            <p:cNvSpPr/>
            <p:nvPr/>
          </p:nvSpPr>
          <p:spPr>
            <a:xfrm>
              <a:off x="2013150" y="-2499275"/>
              <a:ext cx="136750" cy="25150"/>
            </a:xfrm>
            <a:custGeom>
              <a:rect b="b" l="l" r="r" t="t"/>
              <a:pathLst>
                <a:path extrusionOk="0" h="1006" w="5470">
                  <a:moveTo>
                    <a:pt x="1005" y="1"/>
                  </a:moveTo>
                  <a:lnTo>
                    <a:pt x="1" y="1005"/>
                  </a:lnTo>
                  <a:lnTo>
                    <a:pt x="4465" y="1005"/>
                  </a:lnTo>
                  <a:lnTo>
                    <a:pt x="5469" y="1"/>
                  </a:ln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 name="Google Shape;200;g397c0f09d9e_1_9"/>
            <p:cNvSpPr/>
            <p:nvPr/>
          </p:nvSpPr>
          <p:spPr>
            <a:xfrm>
              <a:off x="2088500" y="-2574600"/>
              <a:ext cx="136725" cy="25150"/>
            </a:xfrm>
            <a:custGeom>
              <a:rect b="b" l="l" r="r" t="t"/>
              <a:pathLst>
                <a:path extrusionOk="0" h="1006" w="5469">
                  <a:moveTo>
                    <a:pt x="1004" y="1"/>
                  </a:moveTo>
                  <a:lnTo>
                    <a:pt x="0" y="1005"/>
                  </a:lnTo>
                  <a:lnTo>
                    <a:pt x="4464" y="1005"/>
                  </a:lnTo>
                  <a:lnTo>
                    <a:pt x="5468" y="1"/>
                  </a:ln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 name="Google Shape;201;g397c0f09d9e_1_9"/>
            <p:cNvSpPr/>
            <p:nvPr/>
          </p:nvSpPr>
          <p:spPr>
            <a:xfrm>
              <a:off x="463950" y="-2710950"/>
              <a:ext cx="548500" cy="546775"/>
            </a:xfrm>
            <a:custGeom>
              <a:rect b="b" l="l" r="r" t="t"/>
              <a:pathLst>
                <a:path extrusionOk="0" h="21871" w="21940">
                  <a:moveTo>
                    <a:pt x="21785" y="1"/>
                  </a:moveTo>
                  <a:cubicBezTo>
                    <a:pt x="21750" y="1"/>
                    <a:pt x="21717" y="15"/>
                    <a:pt x="21694" y="42"/>
                  </a:cubicBezTo>
                  <a:lnTo>
                    <a:pt x="90" y="21636"/>
                  </a:lnTo>
                  <a:cubicBezTo>
                    <a:pt x="0" y="21725"/>
                    <a:pt x="67" y="21870"/>
                    <a:pt x="190" y="21870"/>
                  </a:cubicBezTo>
                  <a:cubicBezTo>
                    <a:pt x="223" y="21870"/>
                    <a:pt x="268" y="21859"/>
                    <a:pt x="290" y="21837"/>
                  </a:cubicBezTo>
                  <a:lnTo>
                    <a:pt x="21884" y="232"/>
                  </a:lnTo>
                  <a:cubicBezTo>
                    <a:pt x="21940" y="176"/>
                    <a:pt x="21940" y="87"/>
                    <a:pt x="21884" y="42"/>
                  </a:cubicBezTo>
                  <a:cubicBezTo>
                    <a:pt x="21856" y="15"/>
                    <a:pt x="21820" y="1"/>
                    <a:pt x="21785" y="1"/>
                  </a:cubicBez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 name="Google Shape;202;g397c0f09d9e_1_9"/>
            <p:cNvSpPr/>
            <p:nvPr/>
          </p:nvSpPr>
          <p:spPr>
            <a:xfrm>
              <a:off x="942975" y="-1800075"/>
              <a:ext cx="549225" cy="547350"/>
            </a:xfrm>
            <a:custGeom>
              <a:rect b="b" l="l" r="r" t="t"/>
              <a:pathLst>
                <a:path extrusionOk="0" h="21894" w="21969">
                  <a:moveTo>
                    <a:pt x="21761" y="1"/>
                  </a:moveTo>
                  <a:cubicBezTo>
                    <a:pt x="21726" y="1"/>
                    <a:pt x="21690" y="16"/>
                    <a:pt x="21661" y="54"/>
                  </a:cubicBezTo>
                  <a:lnTo>
                    <a:pt x="56" y="21659"/>
                  </a:lnTo>
                  <a:cubicBezTo>
                    <a:pt x="0" y="21704"/>
                    <a:pt x="0" y="21793"/>
                    <a:pt x="56" y="21849"/>
                  </a:cubicBezTo>
                  <a:cubicBezTo>
                    <a:pt x="89" y="21882"/>
                    <a:pt x="123" y="21893"/>
                    <a:pt x="156" y="21893"/>
                  </a:cubicBezTo>
                  <a:cubicBezTo>
                    <a:pt x="190" y="21893"/>
                    <a:pt x="223" y="21882"/>
                    <a:pt x="257" y="21849"/>
                  </a:cubicBezTo>
                  <a:lnTo>
                    <a:pt x="21850" y="255"/>
                  </a:lnTo>
                  <a:cubicBezTo>
                    <a:pt x="21969" y="154"/>
                    <a:pt x="21869" y="1"/>
                    <a:pt x="21761" y="1"/>
                  </a:cubicBez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 name="Google Shape;203;g397c0f09d9e_1_9"/>
            <p:cNvSpPr/>
            <p:nvPr/>
          </p:nvSpPr>
          <p:spPr>
            <a:xfrm>
              <a:off x="295725" y="-2356925"/>
              <a:ext cx="548500" cy="547050"/>
            </a:xfrm>
            <a:custGeom>
              <a:rect b="b" l="l" r="r" t="t"/>
              <a:pathLst>
                <a:path extrusionOk="0" h="21882" w="21940">
                  <a:moveTo>
                    <a:pt x="21795" y="1"/>
                  </a:moveTo>
                  <a:cubicBezTo>
                    <a:pt x="21758" y="1"/>
                    <a:pt x="21722" y="15"/>
                    <a:pt x="21694" y="43"/>
                  </a:cubicBezTo>
                  <a:lnTo>
                    <a:pt x="89" y="21647"/>
                  </a:lnTo>
                  <a:cubicBezTo>
                    <a:pt x="0" y="21726"/>
                    <a:pt x="67" y="21882"/>
                    <a:pt x="190" y="21882"/>
                  </a:cubicBezTo>
                  <a:cubicBezTo>
                    <a:pt x="223" y="21882"/>
                    <a:pt x="268" y="21871"/>
                    <a:pt x="290" y="21837"/>
                  </a:cubicBezTo>
                  <a:lnTo>
                    <a:pt x="21895" y="244"/>
                  </a:lnTo>
                  <a:cubicBezTo>
                    <a:pt x="21940" y="188"/>
                    <a:pt x="21940" y="99"/>
                    <a:pt x="21895" y="43"/>
                  </a:cubicBezTo>
                  <a:cubicBezTo>
                    <a:pt x="21867" y="15"/>
                    <a:pt x="21831" y="1"/>
                    <a:pt x="21795" y="1"/>
                  </a:cubicBez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 name="Google Shape;204;g397c0f09d9e_1_9"/>
            <p:cNvSpPr/>
            <p:nvPr/>
          </p:nvSpPr>
          <p:spPr>
            <a:xfrm>
              <a:off x="1774900" y="-1975200"/>
              <a:ext cx="248600" cy="239275"/>
            </a:xfrm>
            <a:custGeom>
              <a:rect b="b" l="l" r="r" t="t"/>
              <a:pathLst>
                <a:path extrusionOk="0" h="9571" w="9944">
                  <a:moveTo>
                    <a:pt x="5168" y="285"/>
                  </a:moveTo>
                  <a:cubicBezTo>
                    <a:pt x="7656" y="285"/>
                    <a:pt x="9665" y="2294"/>
                    <a:pt x="9665" y="4783"/>
                  </a:cubicBezTo>
                  <a:cubicBezTo>
                    <a:pt x="9665" y="6613"/>
                    <a:pt x="8571" y="8253"/>
                    <a:pt x="6886" y="8945"/>
                  </a:cubicBezTo>
                  <a:cubicBezTo>
                    <a:pt x="6328" y="9178"/>
                    <a:pt x="5742" y="9291"/>
                    <a:pt x="5161" y="9291"/>
                  </a:cubicBezTo>
                  <a:cubicBezTo>
                    <a:pt x="3991" y="9291"/>
                    <a:pt x="2841" y="8832"/>
                    <a:pt x="1976" y="7974"/>
                  </a:cubicBezTo>
                  <a:cubicBezTo>
                    <a:pt x="693" y="6680"/>
                    <a:pt x="302" y="4749"/>
                    <a:pt x="1005" y="3064"/>
                  </a:cubicBezTo>
                  <a:cubicBezTo>
                    <a:pt x="1697" y="1379"/>
                    <a:pt x="3349" y="285"/>
                    <a:pt x="5168" y="285"/>
                  </a:cubicBezTo>
                  <a:close/>
                  <a:moveTo>
                    <a:pt x="5165" y="0"/>
                  </a:moveTo>
                  <a:cubicBezTo>
                    <a:pt x="3920" y="0"/>
                    <a:pt x="2696" y="484"/>
                    <a:pt x="1786" y="1401"/>
                  </a:cubicBezTo>
                  <a:cubicBezTo>
                    <a:pt x="414" y="2774"/>
                    <a:pt x="1" y="4827"/>
                    <a:pt x="748" y="6613"/>
                  </a:cubicBezTo>
                  <a:cubicBezTo>
                    <a:pt x="1485" y="8398"/>
                    <a:pt x="3226" y="9570"/>
                    <a:pt x="5168" y="9570"/>
                  </a:cubicBezTo>
                  <a:cubicBezTo>
                    <a:pt x="7801" y="9559"/>
                    <a:pt x="9944" y="7427"/>
                    <a:pt x="9944" y="4783"/>
                  </a:cubicBezTo>
                  <a:cubicBezTo>
                    <a:pt x="9944" y="2852"/>
                    <a:pt x="8783" y="1111"/>
                    <a:pt x="6998" y="364"/>
                  </a:cubicBezTo>
                  <a:cubicBezTo>
                    <a:pt x="6406" y="119"/>
                    <a:pt x="5783" y="0"/>
                    <a:pt x="5165" y="0"/>
                  </a:cubicBez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 name="Google Shape;205;g397c0f09d9e_1_9"/>
            <p:cNvSpPr/>
            <p:nvPr/>
          </p:nvSpPr>
          <p:spPr>
            <a:xfrm>
              <a:off x="1850800" y="-1908650"/>
              <a:ext cx="106300" cy="106325"/>
            </a:xfrm>
            <a:custGeom>
              <a:rect b="b" l="l" r="r" t="t"/>
              <a:pathLst>
                <a:path extrusionOk="0" h="4253" w="4252">
                  <a:moveTo>
                    <a:pt x="2132" y="0"/>
                  </a:moveTo>
                  <a:cubicBezTo>
                    <a:pt x="960" y="0"/>
                    <a:pt x="0" y="949"/>
                    <a:pt x="0" y="2121"/>
                  </a:cubicBezTo>
                  <a:cubicBezTo>
                    <a:pt x="0" y="3304"/>
                    <a:pt x="960" y="4252"/>
                    <a:pt x="2132" y="4252"/>
                  </a:cubicBezTo>
                  <a:cubicBezTo>
                    <a:pt x="3303" y="4252"/>
                    <a:pt x="4252" y="3304"/>
                    <a:pt x="4252" y="2121"/>
                  </a:cubicBezTo>
                  <a:cubicBezTo>
                    <a:pt x="4252" y="949"/>
                    <a:pt x="3303" y="0"/>
                    <a:pt x="2132" y="0"/>
                  </a:cubicBez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 name="Google Shape;206;g397c0f09d9e_1_9"/>
            <p:cNvSpPr/>
            <p:nvPr/>
          </p:nvSpPr>
          <p:spPr>
            <a:xfrm>
              <a:off x="735125" y="-2028925"/>
              <a:ext cx="184150" cy="157950"/>
            </a:xfrm>
            <a:custGeom>
              <a:rect b="b" l="l" r="r" t="t"/>
              <a:pathLst>
                <a:path extrusionOk="0" h="6318" w="7366">
                  <a:moveTo>
                    <a:pt x="4219" y="292"/>
                  </a:moveTo>
                  <a:cubicBezTo>
                    <a:pt x="5803" y="292"/>
                    <a:pt x="7087" y="1575"/>
                    <a:pt x="7087" y="3171"/>
                  </a:cubicBezTo>
                  <a:cubicBezTo>
                    <a:pt x="7087" y="4901"/>
                    <a:pt x="5670" y="6048"/>
                    <a:pt x="4191" y="6048"/>
                  </a:cubicBezTo>
                  <a:cubicBezTo>
                    <a:pt x="3485" y="6048"/>
                    <a:pt x="2764" y="5786"/>
                    <a:pt x="2176" y="5202"/>
                  </a:cubicBezTo>
                  <a:cubicBezTo>
                    <a:pt x="369" y="3383"/>
                    <a:pt x="1652" y="292"/>
                    <a:pt x="4219" y="292"/>
                  </a:cubicBezTo>
                  <a:close/>
                  <a:moveTo>
                    <a:pt x="4186" y="1"/>
                  </a:moveTo>
                  <a:cubicBezTo>
                    <a:pt x="3414" y="1"/>
                    <a:pt x="2627" y="287"/>
                    <a:pt x="1987" y="928"/>
                  </a:cubicBezTo>
                  <a:cubicBezTo>
                    <a:pt x="0" y="2925"/>
                    <a:pt x="1406" y="6318"/>
                    <a:pt x="4219" y="6318"/>
                  </a:cubicBezTo>
                  <a:cubicBezTo>
                    <a:pt x="5959" y="6318"/>
                    <a:pt x="7366" y="4912"/>
                    <a:pt x="7366" y="3171"/>
                  </a:cubicBezTo>
                  <a:cubicBezTo>
                    <a:pt x="7366" y="1266"/>
                    <a:pt x="5808" y="1"/>
                    <a:pt x="4186" y="1"/>
                  </a:cubicBez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 name="Google Shape;207;g397c0f09d9e_1_9"/>
            <p:cNvSpPr/>
            <p:nvPr/>
          </p:nvSpPr>
          <p:spPr>
            <a:xfrm>
              <a:off x="803475" y="-1984150"/>
              <a:ext cx="74500" cy="69000"/>
            </a:xfrm>
            <a:custGeom>
              <a:rect b="b" l="l" r="r" t="t"/>
              <a:pathLst>
                <a:path extrusionOk="0" h="2760" w="2980">
                  <a:moveTo>
                    <a:pt x="1486" y="0"/>
                  </a:moveTo>
                  <a:cubicBezTo>
                    <a:pt x="824" y="0"/>
                    <a:pt x="234" y="484"/>
                    <a:pt x="123" y="1157"/>
                  </a:cubicBezTo>
                  <a:cubicBezTo>
                    <a:pt x="0" y="1916"/>
                    <a:pt x="514" y="2619"/>
                    <a:pt x="1273" y="2741"/>
                  </a:cubicBezTo>
                  <a:cubicBezTo>
                    <a:pt x="1347" y="2754"/>
                    <a:pt x="1421" y="2760"/>
                    <a:pt x="1494" y="2760"/>
                  </a:cubicBezTo>
                  <a:cubicBezTo>
                    <a:pt x="2157" y="2760"/>
                    <a:pt x="2747" y="2276"/>
                    <a:pt x="2857" y="1603"/>
                  </a:cubicBezTo>
                  <a:cubicBezTo>
                    <a:pt x="2980" y="844"/>
                    <a:pt x="2467" y="141"/>
                    <a:pt x="1708" y="18"/>
                  </a:cubicBezTo>
                  <a:cubicBezTo>
                    <a:pt x="1633" y="6"/>
                    <a:pt x="1559" y="0"/>
                    <a:pt x="1486" y="0"/>
                  </a:cubicBezTo>
                  <a:close/>
                </a:path>
              </a:pathLst>
            </a:custGeom>
            <a:solidFill>
              <a:srgbClr val="0553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id="208" name="Google Shape;208;g397c0f09d9e_1_9"/>
          <p:cNvPicPr preferRelativeResize="0"/>
          <p:nvPr/>
        </p:nvPicPr>
        <p:blipFill rotWithShape="1">
          <a:blip r:embed="rId13">
            <a:alphaModFix/>
          </a:blip>
          <a:srcRect b="0" l="0" r="0" t="0"/>
          <a:stretch/>
        </p:blipFill>
        <p:spPr>
          <a:xfrm>
            <a:off x="7737344" y="122960"/>
            <a:ext cx="1406656" cy="52042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Admin</dc:creator>
</cp:coreProperties>
</file>